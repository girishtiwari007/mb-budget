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947" autoAdjust="0"/>
  </p:normalViewPr>
  <p:slideViewPr>
    <p:cSldViewPr snapToGrid="0">
      <p:cViewPr varScale="1">
        <p:scale>
          <a:sx n="108" d="100"/>
          <a:sy n="108" d="100"/>
        </p:scale>
        <p:origin x="71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FF415-D18F-4C20-BFF4-FC7059D52690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DB0C10-BC17-4D60-85AF-ED45AA6189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165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41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20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120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24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131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2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357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238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717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88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4124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46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8026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152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6691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8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35F6B-60EE-4E23-AF30-AF29AAFFC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00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B5159-584C-4350-86DF-1495789BE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3265" y="1163758"/>
            <a:ext cx="8574622" cy="2616199"/>
          </a:xfrm>
        </p:spPr>
        <p:txBody>
          <a:bodyPr>
            <a:normAutofit fontScale="90000"/>
          </a:bodyPr>
          <a:lstStyle/>
          <a:p>
            <a:pPr algn="ctr">
              <a:buNone/>
            </a:pPr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Moradabad Division</a:t>
            </a:r>
            <a:br/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Accounts Dept</a:t>
            </a:r>
            <a:br/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FY – 2026-2027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B258E-CB94-4952-9FB8-D735A3626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9970" y="3779957"/>
            <a:ext cx="6987645" cy="1388534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sz="2400" b="1" dirty="0">
                <a:solidFill>
                  <a:schemeClr val="accent2">
                    <a:lumMod val="50000"/>
                  </a:schemeClr>
                </a:solidFill>
              </a:rPr>
              <a:t>Budget &amp; FR Analysis (2026‑27)</a:t>
            </a:r>
            <a:r>
              <a:rPr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  <a:p>
            <a:pPr algn="ctr">
              <a:buNone/>
            </a:pPr>
            <a:r>
              <a:rPr sz="2400" i="1" dirty="0">
                <a:solidFill>
                  <a:schemeClr val="accent2">
                    <a:lumMod val="50000"/>
                  </a:schemeClr>
                </a:solidFill>
              </a:rPr>
              <a:t>Current Year &amp; Fund Review</a:t>
            </a:r>
          </a:p>
          <a:p>
            <a:pPr algn="ctr">
              <a:buNone/>
            </a:pPr>
            <a:r>
              <a:rPr sz="3200" b="1" dirty="0">
                <a:solidFill>
                  <a:schemeClr val="accent2">
                    <a:lumMod val="50000"/>
                  </a:schemeClr>
                </a:solidFill>
              </a:rPr>
              <a:t>As </a:t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>on </a:t>
            </a:r>
            <a:r>
              <a:rPr lang="en-US" sz="3200" b="1">
                <a:solidFill>
                  <a:schemeClr val="accent2">
                    <a:lumMod val="50000"/>
                  </a:schemeClr>
                </a:solidFill>
              </a:rPr>
              <a:t>05</a:t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>.0</a:t>
            </a:r>
            <a:r>
              <a:rPr lang="en-US" sz="3200" b="1">
                <a:solidFill>
                  <a:schemeClr val="accent2">
                    <a:lumMod val="50000"/>
                  </a:schemeClr>
                </a:solidFill>
              </a:rPr>
              <a:t>9</a:t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>.2026</a:t>
            </a:r>
            <a:endParaRPr sz="32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38948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212</TotalTime>
  <Words>27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Wingdings 3</vt:lpstr>
      <vt:lpstr>Facet</vt:lpstr>
      <vt:lpstr>Moradabad Division Accounts Dept FY – 2026-2027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Moradabad Division FY – 2026-2027</dc:title>
  <dc:creator>girish</dc:creator>
  <cp:lastModifiedBy>it centre mb</cp:lastModifiedBy>
  <cp:revision>32</cp:revision>
  <dcterms:created xsi:type="dcterms:W3CDTF">2026-07-10T14:38:31Z</dcterms:created>
  <dcterms:modified xsi:type="dcterms:W3CDTF">2026-10-06T08:26:30Z</dcterms:modified>
</cp:coreProperties>
</file>