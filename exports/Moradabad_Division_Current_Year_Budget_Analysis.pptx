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AUG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2026-09-25T10:56:20+05:30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363.46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170.85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753,147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2026-09-25T10:56:20+05:30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230,363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20,488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1630.75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6,794,800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679.48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7,954,817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795.48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1,160,017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116.00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8,352,703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835.27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2026-09-25T10:56:20+05:30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143.02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1,790,470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131,816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2026-09-25T10:56:20+05:30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39,495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-5,077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-1,060,691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-106.07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74.90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-440,234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1627.53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6,781,378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678.14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10,152,230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1015.22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3,370,852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337.09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6,123,078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612.31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2026-09-25T10:56:20+05:30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707.43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2,947,616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33,557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1,841,764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170.85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177,023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82.49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210,841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458,410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500,022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318,968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36,330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-7,935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229,822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-3,810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2026-09-25T10:56:20+05:30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218,111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2026-09-25T10:56:20+05:30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602,335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343,841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93,181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-35,029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1,524,832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152.48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242,638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64,427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1,573,248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111,305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141.31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1,232,129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123.21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-397,159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2026-09-25T10:56:20+05:30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66,517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-42,785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67,094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48,808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7,526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213,448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490.96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2,045,684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204.57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491,942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2026-09-25T10:56:20+05:30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33,465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-49.77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-533,141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-53.31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-58,989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115.74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482,250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2,253,377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225.34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74.90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-15,564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14,646,406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1464.64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16,796,125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1679.61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13,576,178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18,107,047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1810.70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4,530,869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453.09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1,310,922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2026-09-25T10:56:20+05:30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277,345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26,297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1,603,185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160.32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209.06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871,088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87.11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149.42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622,572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62.26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922,790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119,080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393.40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1,639,183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163.92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413,772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498.19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2,075,774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163,264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1276.66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5,319,397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531.94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323,210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125.18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413,265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2026-09-25T10:56:20+05:30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459,661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3534.21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14,725,864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1472.59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1514.10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1,387,963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-79,458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-77,089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