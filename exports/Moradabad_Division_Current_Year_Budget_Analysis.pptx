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  <p:sldId id="266" r:id="rIdSlide11"/>
    <p:sldId id="267" r:id="rIdSlide12"/>
    <p:sldId id="268" r:id="rIdSlide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Relationship Id="rIdSlide9" Type="http://schemas.openxmlformats.org/officeDocument/2006/relationships/slide" Target="slides/slide9.xml"/><Relationship Id="rIdSlide10" Type="http://schemas.openxmlformats.org/officeDocument/2006/relationships/slide" Target="slides/slide10.xml"/><Relationship Id="rIdSlide11" Type="http://schemas.openxmlformats.org/officeDocument/2006/relationships/slide" Target="slides/slide11.xml"/><Relationship Id="rIdSlide12" Type="http://schemas.openxmlformats.org/officeDocument/2006/relationships/slide" Target="slides/slide12.xml"/><Relationship Id="rIdSlide13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Current / Previous Year Budget Analysis | Completed AUG 2026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2026-09-22T17:27:48+05:30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931"/>
                <a:gridCol w="2342969"/>
                <a:gridCol w="1234344"/>
                <a:gridCol w="1234344"/>
                <a:gridCol w="1234344"/>
                <a:gridCol w="1348636"/>
                <a:gridCol w="822896"/>
                <a:gridCol w="1348636"/>
                <a:gridCol w="822900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150.37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178.13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85.83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197.86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137.39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483.63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590.47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75.84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1358.16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1652.90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294.74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1606.69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157.81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158.35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AUG 2026 | uploaded 2026-09-22T17:27:48+05:30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307.18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3,071,543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307.15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1098715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-3,071,152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-307.12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457798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1,966,447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1151191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-1,966,208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-196.62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479663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1038037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-337,284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-33.73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432515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1038706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-216,347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432794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531,986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989842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-531,911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-53.19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412434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1287011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-364,585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-36.46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536254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1787460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-59,574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744775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1399909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-122,471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583295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1262939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-278,846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-27.88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526225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1335840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556600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217,087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1680774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-217,069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700323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AUG 2026 | uploaded 2026-09-22T17:27:48+05:30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12,259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12,258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1471080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-12,257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612950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374,995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2368491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-374,973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986871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972815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-153,991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405339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431520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-5,391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179800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617760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-2,573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257400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53939520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-224,747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22474800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-1,705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1,633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0.16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680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7,954,817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795.48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7,954,137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795.41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1169110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-7,953,184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-795.32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487129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AUG 2026 | uploaded 2026-09-22T17:27:48+05:30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860,094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1929284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-860,032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803868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1129728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-70,593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470720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1185469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-1,916,121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-191.61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493946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81,632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1959264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-81,626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816360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1,823,982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1347040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-1,823,792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-182.38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561267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834,970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83.50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834,860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83.49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761950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-834,707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-83.47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317479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355980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-23,716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148325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AUG 2026 | uploaded 2026-09-22T17:27:48+05:30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56,334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56,330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1352016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-56,324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563340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-6,382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2,715,219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1386595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-2,714,945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-271.49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577748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2992480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-37,403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1246867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2992480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-37,403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1246867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3351440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-41,890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1396433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-592,130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-59.21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-592,061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-59.21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861280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591,965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59.20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358867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2,237,813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223.78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2,237,738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2983751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-2,237,633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-223.76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1243229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1,629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0.16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679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10,152,230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1015.22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10,151,551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1015.16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1495724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-10,150,601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-1015.06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623219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2026-09-22T17:27:48+05:30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7,074,279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707.43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2,947,616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3,038,266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303.83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307.18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3,071,543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307.15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1098715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33,557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457798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4,420,234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1,841,764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184.18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1,789,595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178.96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1,966,447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1151191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177,023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479663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120,763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824,912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82.49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332,414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1038037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432515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506,019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210,841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1038706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432794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1,100,183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458,410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45.84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500,022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531,986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989842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32,018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412434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76.55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318,968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328,323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1287011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36,330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536254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96,309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67,517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1787460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-7,935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744775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280,806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117,002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1399909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583295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229,822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282,709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1262939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-3,810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526225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2026-09-22T17:27:48+05:30 (Rows 11-20)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19,866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12,161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1335840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556600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523,466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218,111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209,161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217,087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1680774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7,939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700323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14,388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12,259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12,258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1471080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612950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2026-09-22T17:27:48+05:30 (Rows 21-30)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364,718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151,966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363,237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374,995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2368491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11,774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986871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321,438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133,932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160,765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972815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-6,736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405339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1,445,603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602,335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60.23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516,298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51.63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860,094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1929284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343,841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803868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223,635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93,181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105,637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1129728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-35,029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470720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3,659,596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1,524,832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152.48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1,673,871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1185469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242,638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493946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154,625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64,427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30,020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81,632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1959264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51,616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816360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3,775,796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377.58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1,573,248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157.32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1,712,812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171.28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1,823,982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1347040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111,305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561267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3,391,480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1,413,117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141.31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1,232,129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123.21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834,970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83.50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834,860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83.49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761950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-397,159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-39.72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317479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2026-09-22T17:27:48+05:30 (Rows 31-40)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203,822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66,517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355980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-42,785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148325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161,025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67,094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48,808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56,334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56,330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1352016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7,526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563340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12,543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431520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-4,401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179800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617760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257400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22,378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53939520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213,448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22474800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4,909,641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490.96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2,045,684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204.57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2,223,473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222.35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2,715,219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1386595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491,942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577748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2026-09-22T17:27:48+05:30 (Rows 41-47)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2992480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1246867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2992480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1246867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8,428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3351440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33,465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1396433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-1,194,360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-119.44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-497,650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-49.77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-533,141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-53.31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-592,130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-59.21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-592,061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-59.21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861280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-58,989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358867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1,157,401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115.74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482,250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48.23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2,253,377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225.34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2,237,813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223.78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2,237,738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2983751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-15,564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1243229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35,151,374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3515.14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14,646,406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1464.64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16,796,125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1679.61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3,262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1,359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0.14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18,107,047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1810.70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18,105,688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1810.57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1332217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1,310,922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131.09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555090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AUG 2026 | uploaded 2026-09-22T17:27:48+05:30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665,629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277,345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267,838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26,297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3,847,643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1,603,185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160.32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1,635,185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163.52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150.37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178.13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146,135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2,090,612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209.06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871,088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87.11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-213,035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1,494,173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149.42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622,572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62.26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644,948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266,183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2,214,697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922,790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875,942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87.59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85.83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119,080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3,934,040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393.40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1,639,183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163.92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1,564,866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156.49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197.86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413,772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4,981,857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498.19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2,075,774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207.58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2,029,601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202.96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163,264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12,766,553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1276.66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5,319,397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531.94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5,379,265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537.93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483.63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323,210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1,251,847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125.18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521,603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836,072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83.61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80,882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991,836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413,265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411,167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AUG 2026 | uploaded 2026-09-22T17:27:48+05:30 (Rows 11-13)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1,103,187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110.32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459,661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45.97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501,081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35,342,074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3534.21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14,725,864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1472.59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15,141,032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1514.10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1358.16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1652.90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294.74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1,387,963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138.80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-190,700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-19.07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-79,458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1,655,141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165.51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157.81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158.35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-77,089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