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2026-08-25T15:43:05+05:30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38,400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2026-08-25T15:43:05+05:30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2194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5,627,748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562.77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6,509,817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882,069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9,797,703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2026-08-25T15:43:05+05:30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71,373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877,350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-343,089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49,308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2026-08-25T15:43:05+05:30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25,403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-10,714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-438,279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-1,186,560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-118.66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-281,921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7,088,607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708.86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7,539,150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450,543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45.05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8,736,158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873.62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2026-08-25T15:43:05+05:30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30,246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-2,885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2026-08-25T15:43:05+05:30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2026-08-25T15:43:05+05:30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-3,342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-110,175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573,698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2026-08-25T15:43:05+05:30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2026-08-25T15:43:05+05:30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84,680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14,048,967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1404.90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3,188,024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318.80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162,099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2026-08-25T15:43:05+05:30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17,046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119,850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445,442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309,984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-323,856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-634,533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-63.45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2026-08-25T15:43:05+05:30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229,047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-66,951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