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JUL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236,563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404,959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295,846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2,135,072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351,099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838,163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1,221,787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122.18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1,617,389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1,782,151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270,960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2,646,615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4,605,644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743,339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7,001,562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700.16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810,746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582,086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13,694,023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1369.40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2,340,467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234.05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18,901,850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1890.18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1,569,443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2026-08-31T12:33:38+05:30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2,453,873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204,809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4,252,536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2,520,917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38,400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859,951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JUL 2026 | uploaded 2026-08-31T12:33:38+05:30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8,520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125,964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258,428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78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9,707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2194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1630.75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5,627,748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562.77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6,509,608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650.96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881,860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88.19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9,797,912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979.79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2026-08-31T12:33:38+05:30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737,391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331,361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86,860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1,415,221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2,463,503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246.35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31,159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65,407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34,248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1,686,250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168.62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1,568,060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877,350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-185,115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1,933,205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193.32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49,308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-31,894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138,134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JUL 2026 | uploaded 2026-08-31T12:33:38+05:30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51,369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2216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32,998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26,143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32,998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26,210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-481,300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-48.13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-453,318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-45.33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-1,171,521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-117.15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1,435,937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2,101,259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665,322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-303,680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1627.53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7,088,607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708.86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8,753,857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875.39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1,665,250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166.53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7,521,451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752.15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2026-08-31T12:33:38+05:30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707.43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2,358,093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235.81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2,235,470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223.55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2,453,873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218,403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1,473,411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1,366,818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143,657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96,610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95,030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-94,948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-9.49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82.49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274,971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27.50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168,673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366,728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36.67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399,406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428,396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425,235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255,174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226,732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63,750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32,103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25,767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29,015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-7,593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93,602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28,051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55.16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175,944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74,792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2026-08-31T12:33:38+05:30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5,349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174,489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102,694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73,427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-2,751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2026-08-31T12:33:38+05:30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121,573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126,473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231,983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107,146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142,245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128,131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-2,168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144.56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481,868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48.19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737,390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381,139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360,558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74,545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7.45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49,982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-2,955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365.96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1,219,865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121.99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1,292,908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1,415,222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122,314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204,826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31,758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65,408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377.58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1,258,599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1,084,770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1,686,251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168.63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101,533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339.15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1,130,493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980,440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98.04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262.54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875,147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87.51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692,234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-182,913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-28.82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2026-08-31T12:33:38+05:30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67,941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51,519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-34,434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-34,104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53,675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38,116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44,460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4.45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-3,853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-1,704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10,815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220,886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213,934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490.96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1,636,547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1,567,785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735,421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73.54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509,771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JUL 2026 | uploaded 2026-08-31T12:33:38+05:30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32,998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22,222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32,998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29,254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2.93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5,178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36,849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30,504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-119.44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-398,120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-39.81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-446,430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-44.64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-165.28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-550,940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-55.09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-481,299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-48.13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69,641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87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-34,869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-3.49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115.74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385,800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2,128,535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179.76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599,193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2,101,259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210.13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1,502,066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150.21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-27,276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3515.14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11,717,125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1171.71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13,886,868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1388.69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3258.28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10,860,943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15,263,467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1526.35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4,402,524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440.25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1,376,599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137.66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2026-08-31T12:33:38+05:30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221,876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213,841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236,563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21,015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384.76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1,282,548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128.25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1,202,967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120.30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270,863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160,036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209.06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621,614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62.16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149.42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498,058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451,194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45.12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313,866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31.39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254,705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221.47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738,232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686,650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838,163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151,513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157,901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393.40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1,311,347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131.13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1,117,522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111.75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1,617,389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499,867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498.19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1,660,619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166.06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1,476,255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147.63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1,782,151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305,896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30.59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1276.66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4,255,518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3,869,069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386.91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4,605,644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736,575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73.66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425,898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125.18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417,282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464,277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810,746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346,469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34.65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66,435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99.18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330,612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331,546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356,769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32,557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JUL 2026 | uploaded 2026-08-31T12:33:38+05:30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4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367,729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36.77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430,356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43.04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-4,679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25,273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3534.21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11,780,691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1178.07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10,865,291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1086.53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13,694,024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1369.40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2,828,733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282.87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126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1,443,137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144.31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-19.07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-63,567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-4,348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1,569,443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1,573,791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157.38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-36093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-66,540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-6.65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