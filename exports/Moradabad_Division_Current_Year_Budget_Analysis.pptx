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2026-09-17T21:32:11+05:30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2026-09-17T21:32:11+05:30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835.27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2026-09-17T21:32:11+05:30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2026-09-17T21:32:11+05:30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-106.07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1015.22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337.09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612.31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2026-09-17T21:32:11+05:30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2026-09-17T21:32:11+05:30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2026-09-17T21:32:11+05:30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123.21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2026-09-17T21:32:11+05:30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2026-09-17T21:32:11+05:30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-53.31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225.34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1679.61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1810.70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453.09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2026-09-17T21:32:11+05:30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2026-09-17T21:32:11+05:30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