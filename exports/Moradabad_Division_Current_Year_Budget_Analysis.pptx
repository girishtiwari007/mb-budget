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JUL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-7,437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308,646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105,972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345,691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-317,091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-31.71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209,076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30,178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1,126,378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112.64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206,233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JUL 2026 | uploaded 2026-08-17T11:13:04+05:30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386,836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425,236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38,400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859,951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27,621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JUL 2026 | uploaded 2026-08-17T11:13:04+05:30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124,790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259,602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9,707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221,300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2194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5,627,748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562.77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6,509,817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650.98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882,069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9,797,703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979.77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JUL 2026 | uploaded 2026-08-17T11:13:04+05:30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-2,767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-230,054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71,373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262,139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877,350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534,261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-343,089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-34.31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2,091,179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209.12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49,308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-37,572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143,812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JUL 2026 | uploaded 2026-08-17T11:13:04+05:30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31,700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30,820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268,642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25,403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-10,714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-27,982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-466,261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-46.63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-438,279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-43.83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-1,186,560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-118.66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1,435,937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2,079,500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207.95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643,563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-281,921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-28.19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7,088,607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708.86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7,539,150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753.91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450,543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45.05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8,736,158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873.62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JUL 2026 | uploaded 2026-08-17T11:13:04+05:30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707.43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2,358,093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2,424,646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242.46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219,422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30,246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1,473,411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147.34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1,435,879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1,366,818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213,027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143,966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96,610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95,030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-94,948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-9.49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82.49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274,971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264,372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168,673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167,840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165,536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366,728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399,406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428,396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425,235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-3,161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255,174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261,222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226,732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25,767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28,778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-7,830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93,602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69,971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28,051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183,858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253,677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175,944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74,848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-2,885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JUL 2026 | uploaded 2026-08-17T11:13:04+05:30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10,277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174,489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165,458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102,694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73,427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10,663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-2,751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JUL 2026 | uploaded 2026-08-17T11:13:04+05:30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121,573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126,473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231,983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107,146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142,245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124,789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-3,342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144.56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481,868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376,832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356,251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232,066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211,485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66,042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49,982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1,219,865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1,210,396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1,292,908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-192,687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-110,175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51,542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25,217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31,758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1,258,599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1,084,770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573,698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339.15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1,130,493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980,440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875,147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-340,887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-34.09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-446,180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-44.62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JUL 2026 | uploaded 2026-08-17T11:13:04+05:30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51,519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51,849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-40,113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-39,783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38,116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30,820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-7,296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-3,853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220,886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213,934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1,636,547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1,793,435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1,567,785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239,289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13,639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JUL 2026 | uploaded 2026-08-17T11:13:04+05:30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10,644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-119.44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-398,120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-446,430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-44.64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-550,940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-55.09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-466,260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-46.63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84,680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-19,830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115.74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385,800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2,128,535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599,193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2,079,500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207.95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1,480,307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148.03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-49,035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11,717,125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1171.71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13,886,868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1388.69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10,860,943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14,048,967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1404.90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3,188,024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318.80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162,099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JUL 2026 | uploaded 2026-08-17T11:13:04+05:30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221,876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18,753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17,046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384.76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1,282,548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1,313,794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131.38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1,202,967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120.30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264,851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209.06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992,115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621,614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149.42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498,058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510,355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451,194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271,412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212,251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221.47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738,232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73.82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680,262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686,650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113,462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119,850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393.40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1,311,347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1,252,980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1,117,522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111.75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1,562,964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445,442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309,984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498.19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1,660,619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166.06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1,637,160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1,476,255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147.63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301,046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1276.66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4,255,518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4,179,746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417.97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3,869,069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386.91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3,545,213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-323,856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-634,533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-63.45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417,282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744,311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464,277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343,473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63,439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330,612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324,212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331,546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355,867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JUL 2026 | uploaded 2026-08-17T11:13:04+05:30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367,729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400,404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430,356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-4,679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3534.21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11,780,691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1178.07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12,250,887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1225.09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10,865,291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1,614,643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161.46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229,047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-63,567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1,635,983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-4,348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1,573,380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-36084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-66,951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