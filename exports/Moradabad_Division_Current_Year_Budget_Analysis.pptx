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Current / Previous Year Budget Analysis | Completed SEP 2026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SEP 2026 | uploaded 2026-10-01T11:01:41+05:30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42931"/>
                <a:gridCol w="2342969"/>
                <a:gridCol w="1234344"/>
                <a:gridCol w="1234344"/>
                <a:gridCol w="1234344"/>
                <a:gridCol w="1348636"/>
                <a:gridCol w="822896"/>
                <a:gridCol w="1348636"/>
                <a:gridCol w="822900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29,999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290,762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2,122,627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318,176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1,486,275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1,015,079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101.51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338,288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338,502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1,163,224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133,249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896,726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89.67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2,316,412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640,129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1,036,154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2,600,978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386,595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5,756,378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575.64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-47,225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5,850,828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585.08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1,052,451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356,035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340,381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528,378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466,260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651,354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18,328,032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1832.80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2,030,096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203.01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14,267,841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1426.78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1,591,631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-24402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-1,604,676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-12201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SEP 2026 | uploaded 2026-10-01T11:01:41+05:30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3,689,447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336,242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3,016,962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304,160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1,746,066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405,401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17,302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370,797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237,161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128.52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642,594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638,971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646,216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243,138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17,521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62,166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209,365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42,879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Staff Current Year - SEP 2026 | uploaded 2026-10-01T11:01:41+05:30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16,103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-5,518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192,196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196,466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187,926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-7,051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-3,250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9,253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-213,159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16,307,520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1630.75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8,153,760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815.38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9,422,907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942.29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1,269,147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126.91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6,884,613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688.46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SEP 2026 | uploaded 2026-10-01T11:01:41+05:30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862,766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205,986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79,644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70,303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2,011,062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1,867,662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81,703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34,066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2,013,588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201.36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386,433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1,240,722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124.07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262.54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1,312,720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131.27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-477,750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-47.77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1,790,470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-54,042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131,816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Non Staff Current Year - SEP 2026 | uploaded 2026-10-01T11:01:41+05:30 (Rows 14-24)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65569"/>
                <a:gridCol w="1482918"/>
                <a:gridCol w="1482918"/>
                <a:gridCol w="1482918"/>
                <a:gridCol w="1620225"/>
                <a:gridCol w="988612"/>
                <a:gridCol w="1620225"/>
                <a:gridCol w="988615"/>
              </a:tblGrid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47,914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39,495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-9,876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363,737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16,164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28,338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15,966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28,536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-12,570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13,049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47,855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34,806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-21,757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-826,410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-652,755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173,656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-1,000,066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-100.01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898,790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89.88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2,323,017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1,424,228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142.42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-525,438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-52.54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04833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16,275,308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1627.53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8,137,654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10,496,755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1049.68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2,359,101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235.91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5,778,553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577.86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2026-10-01T11:01:41+05:30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7,074,279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707.43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3,537,140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3,647,498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3,689,447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336,242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41,949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4,420,234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2,210,117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2,141,360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214.14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304,160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213,027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289,831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144,916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288,231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-288,159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824,912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82.49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412,456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399,203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405,401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17,302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506,019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253,010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251,457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7,991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- 08 - NPS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1,100,183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550,092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600,700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1,285,187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128.52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642,594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638,971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-3,622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38,271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382,761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394,125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42,934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96,309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-19,908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280,806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140,403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275,787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316,696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2026-10-01T11:01:41+05:30 (Rows 11-20)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- 14 - FEES &amp; HON.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-1,284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19,866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523,466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261,733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- 17 - ATPP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-1,055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- 18 -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8,252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- 19 - Phone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- 20 - Leave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14,388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7,194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18,623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16,103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- 21 - Adv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- 22 - Util(excl. elec.)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- 23 - Rental Office Equip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2026-10-01T11:01:41+05:30 (Rows 21-30)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- 24 - Printing and Stnry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182,359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367,469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17,467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- 26 - Medical Expenses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321,438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160,719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187,455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384,392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192,196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196,466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1,445,603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722,802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651,647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862,766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211,119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223,635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119,235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79,644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-39,591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- 29 - Remu. Re-engaged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3,659,596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1,829,798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1,980,644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198.06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2,011,062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- 31 - OF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154,625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36,060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95,273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47,636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81,703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34,066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3,775,796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377.58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1,887,898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1,835,153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2,013,588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201.36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386,433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178,435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- 33 - TRDC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3,391,480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1,695,740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169.57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1,443,317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144.33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2,625,440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262.54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1,312,720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131.27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834,970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-477,750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-47.77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-608,347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-60.83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2026-10-01T11:01:41+05:30 (Rows 31-40)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- 36 - Excise Duty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203,822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101,911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83,596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155,548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77,774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-54,042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-59,864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- 38 - Sales Tax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161,025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80,512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60,984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95,829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47,914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56,334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- 39 - ATD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- 42 - ARR SALARY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12,543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25,882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-7,051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-6,886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- 43 - ARR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8,631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12,005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-3,250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- 44 - ARR OTH ALW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11,589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224,748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218,954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212,927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- 49 - O/S M/P TRACK AND SIGNAL MNT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3831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- 52 - Laptop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- 53 - All India LTC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4,909,641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490.96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2,454,820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245.48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2,599,753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259.98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363,737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115,662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Previous Year Comparison - SEP 2026 | uploaded 2026-10-01T11:01:41+05:30 (Rows 41-47)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58618"/>
                <a:gridCol w="1085641"/>
                <a:gridCol w="1055484"/>
                <a:gridCol w="1085641"/>
                <a:gridCol w="1085641"/>
                <a:gridCol w="1055484"/>
                <a:gridCol w="1085641"/>
                <a:gridCol w="1186163"/>
                <a:gridCol w="723760"/>
                <a:gridCol w="1186163"/>
                <a:gridCol w="723764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- 72 - Central GST (CGST)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32,329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16,164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28,338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- 73 - State GST (SGST)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31,932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15,966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44,502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28,536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33,749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- 74 - Union Territory GST (UTGST)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- 75 - Integrated GST (IGST)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7,767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12,210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13,049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47,855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34,806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35,645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- 98 - Credit or Recoveries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-1,194,360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-119.44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-597,180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-59.72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-616,604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-61.66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-1,652,821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-826,410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-82.64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-652,755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-65.28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173,656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-36,151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- 99 - OE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1,157,401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115.74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578,700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2,364,956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236.50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1,797,579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179.76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898,790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89.88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2,323,017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232.30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1,424,228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142.42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-41,939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35,151,374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3515.14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17,575,687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1757.57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19,722,992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1972.30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32,582,828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16,291,414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19,919,662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1991.97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3,628,248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196,670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SEP 2026 | uploaded 2026-10-01T11:01:41+05:30 (Rows 1-10)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665,629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66.56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332,814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328,429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29,999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22,331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3,847,643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1,923,822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2,033,590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203.36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2,122,627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318,176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89,037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2,090,612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209.06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1,045,306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-213,035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1,494,173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149.42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747,086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802,687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1,015,079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101.51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338,288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212,392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2,214,697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1,107,348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1,095,173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1,163,224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133,249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68,051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3,934,040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393.40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1,967,020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1,911,829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2,316,412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640,129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404,583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4,981,857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498.19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2,490,928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249.09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2,518,387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251.84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2,600,978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386,595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82,591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12,766,553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1276.66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6,383,276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638.33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6,335,607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633.56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5,756,378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575.64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-47,225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-579,229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-57.92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1,251,847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125.18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625,924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62.59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941,967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1,052,451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356,035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110,484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550727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991,836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495,918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492,890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528,378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35,488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Previous Year Comparison - SEP 2026 | uploaded 2026-10-01T11:01:41+05:30 (Rows 11-13)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2687"/>
                <a:gridCol w="1795932"/>
                <a:gridCol w="946149"/>
                <a:gridCol w="919867"/>
                <a:gridCol w="946149"/>
                <a:gridCol w="946149"/>
                <a:gridCol w="919867"/>
                <a:gridCol w="946149"/>
                <a:gridCol w="1033756"/>
                <a:gridCol w="630766"/>
                <a:gridCol w="1033756"/>
                <a:gridCol w="630773"/>
              </a:tblGrid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RG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Previous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D\nCurrent 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Budget Proportion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I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 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J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Current OBA Utilization %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 / 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1,103,187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110.32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551,594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601,940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37,773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35,342,074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3534.21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17,671,037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1767.10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18,057,566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1805.76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18,328,032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1832.80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2,030,096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203.01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270,466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27.05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</a:tr>
              <a:tr h="151450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-190,700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-95,350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-9.54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1,665,478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1,591,631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-24402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-73,847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-12201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