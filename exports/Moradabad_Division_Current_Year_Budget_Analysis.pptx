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947" autoAdjust="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9655"/>
                <a:gridCol w="2307624"/>
                <a:gridCol w="1215724"/>
                <a:gridCol w="1215724"/>
                <a:gridCol w="1215724"/>
                <a:gridCol w="1328291"/>
                <a:gridCol w="810482"/>
                <a:gridCol w="1328291"/>
                <a:gridCol w="810485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445,441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-323,855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24,320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-4,678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-36084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-12028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-94,949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11,258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425,236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-3,160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859,951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71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74,849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-808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3,185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73,426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3,986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8,429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231,982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94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124,790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-3,341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259,602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1380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460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4,775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-3,852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21,107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9,707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220,885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5818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1939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186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5,435,840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543.58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6,509,817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650.98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1,073,977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107.40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9,797,703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979.77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Non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2,779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-192,688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71,373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573,697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534,261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-340,886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2,091,179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209.12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143,812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Non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65,009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3519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1173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21,415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100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21,547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-259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101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36,812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28,113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-10,714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141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-466,261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84,679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-1,186,560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-118.66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1,480,307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148.03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-281,921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5,425,103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542.51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7,539,150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753.91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2,114,047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211.40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139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8,736,158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873.62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46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2,358,093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30,246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1,473,411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147.34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143,966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96,610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-94,948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274,971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269,990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11,257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5,618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168,673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5,667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366,728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399,406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425,235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-3,161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25,829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255,174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29,260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32,103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-7,830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71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93,602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4,289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183,858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250,792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74,848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-2,885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1,562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-809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6,622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-1,100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174,489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176,121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73,427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10,663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2,679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4,796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5,170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3,986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5,024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121,573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358,456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231,983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3,738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94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107,146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142,245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124,789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-3,342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-17,456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481,868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211,485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74,545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-3,023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1,219,865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1,100,221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-192,687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-110,175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51,542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25,217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-1,317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1,258,599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125.86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1,658,468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573,698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73,750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1,130,493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980,440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98.04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534,260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-340,887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-446,180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-44.62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67,941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51,519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-39,783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53,675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38,116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-7,296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1380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460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4,181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4,774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-3,853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-3,197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2,877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3,236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-938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7,459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10,815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220,886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5818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213,934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1939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3519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1173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186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1,636,547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163.65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13,639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21,416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28,447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21,548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28,448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5,178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6,345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36,811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28,112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423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30,466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141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-398,120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-39.81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-446,430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-44.64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-466,260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84,680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-19,830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385,800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2,128,535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1,480,307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148.03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-49,035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13,886,868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14,048,967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1404.90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3,188,024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318.80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129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162,099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16.21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43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4845"/>
                <a:gridCol w="1768839"/>
                <a:gridCol w="931876"/>
                <a:gridCol w="905991"/>
                <a:gridCol w="931876"/>
                <a:gridCol w="931876"/>
                <a:gridCol w="905991"/>
                <a:gridCol w="931876"/>
                <a:gridCol w="1018161"/>
                <a:gridCol w="621251"/>
                <a:gridCol w="1018161"/>
                <a:gridCol w="621257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221,876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17,046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1,282,548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128.25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154,024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696,871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-210,083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-21.01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498,058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212,251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738,232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119,850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1,311,347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1,562,964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445,442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309,984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31.00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1,660,619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166.06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140,141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4,255,518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425.55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3,545,213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-323,856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-634,533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-63.45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417,282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41.73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63,439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330,612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355,867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24,321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31,655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Previous Year Comparison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4845"/>
                <a:gridCol w="1768839"/>
                <a:gridCol w="931876"/>
                <a:gridCol w="905991"/>
                <a:gridCol w="931876"/>
                <a:gridCol w="931876"/>
                <a:gridCol w="905991"/>
                <a:gridCol w="931876"/>
                <a:gridCol w="1018161"/>
                <a:gridCol w="621251"/>
                <a:gridCol w="1018161"/>
                <a:gridCol w="621257"/>
              </a:tblGrid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367,729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425,677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-4,679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25,273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11,780,691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1178.07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229,047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22.90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-63,567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-36084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-66,951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-12028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198</TotalTime>
  <Words>1463</Words>
  <Application>Microsoft Office PowerPoint</Application>
  <PresentationFormat>Widescreen</PresentationFormat>
  <Paragraphs>677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Demand / SMH Wise</vt:lpstr>
      <vt:lpstr>PU Wise – Staff (Part 1)</vt:lpstr>
      <vt:lpstr>PU Wise ( Staff) Part 2</vt:lpstr>
      <vt:lpstr>PU Wise - NON-STAFF Part 1</vt:lpstr>
      <vt:lpstr>OPEN LINE FR Report </vt:lpstr>
      <vt:lpstr>OPEN LINE FR – Fund Wise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27</cp:revision>
  <dcterms:created xsi:type="dcterms:W3CDTF">2026-07-10T14:38:31Z</dcterms:created>
  <dcterms:modified xsi:type="dcterms:W3CDTF">2026-07-15T06:07:39Z</dcterms:modified>
</cp:coreProperties>
</file>