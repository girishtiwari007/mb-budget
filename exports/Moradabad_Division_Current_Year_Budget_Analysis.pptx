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2026-09-01T12:16:24+05:30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2026-09-01T12:16:24+05:30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7,958,493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1,163,693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116.37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8,349,027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2026-09-01T12:16:24+05:30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1,933,205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193.32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2026-09-01T12:16:24+05:30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51,369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-4,872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-102.95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-47.23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9,037,599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903.76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2,256,220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225.62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7,237,709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723.77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2026-09-01T12:16:24+05:30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2026-09-01T12:16:24+05:30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2026-09-01T12:16:24+05:30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2026-09-01T12:16:24+05:30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2026-09-01T12:16:24+05:30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3,419,917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341.99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2026-09-01T12:16:24+05:30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2026-09-01T12:16:24+05:30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1,835,629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