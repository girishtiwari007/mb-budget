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2026-09-05T18:02:11+05:30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2026-09-05T18:02:11+05:30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230,363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7,954,817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1,160,017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8,352,703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835.27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2026-09-05T18:02:11+05:30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2026-09-05T18:02:11+05:30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-106.07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10,152,230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1015.22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3,370,852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337.09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6,123,078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612.31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2026-09-05T18:02:11+05:30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3,038,266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303.83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33,557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500,022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36,330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117,681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282,709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2026-09-05T18:02:11+05:30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2026-09-05T18:02:11+05:30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363,237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516,298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105,637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-35,029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1,673,871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167.39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242,638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30,020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81,636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1,712,812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171.28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1,232,129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-258,963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-25.90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-397,159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2026-09-05T18:02:11+05:30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-42,785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48,808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2,223,473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222.35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491,942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2026-09-05T18:02:11+05:30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23,936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-533,141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-592,130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-58,989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2,253,377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225.34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2,237,813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1,488,822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148.88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-15,564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16,796,125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1679.61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18,107,047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1810.70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4,530,869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453.09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1,310,922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2026-09-05T18:02:11+05:30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1,564,866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2,029,601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202.96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163,264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5,379,265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323,210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836,072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411,167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2026-09-05T18:02:11+05:30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501,081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15,141,032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1514.10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1,387,963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1,655,141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-77,089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