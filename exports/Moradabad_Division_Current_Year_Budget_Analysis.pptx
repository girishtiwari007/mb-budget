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AUG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2026-09-01T16:12:23+05:30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AUG 2026 | uploaded 2026-09-01T16:12:23+05:30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6,794,800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679.48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7,958,493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795.85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1,163,693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116.37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8,349,027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834.90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2026-09-01T16:12:23+05:30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1,933,205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193.32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AUG 2026 | uploaded 2026-09-01T16:12:23+05:30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51,369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-4,872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-15,773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-1,029,464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-102.95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-472,259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-47.23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6,781,379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678.14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9,037,599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903.76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2,256,220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225.62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7,237,709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723.77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2026-09-01T16:12:23+05:30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2,947,616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1,841,764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343,713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210,841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458,410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535,495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318,968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229,822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2026-09-01T16:12:23+05:30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218,111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2026-09-01T16:12:23+05:30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151,966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-7,266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152,897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602,335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1,524,832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66,726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1,093,933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109.39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-401,699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2026-09-01T16:12:23+05:30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64,812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39,929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4654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2,045,684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AUG 2026 | uploaded 2026-09-01T16:12:23+05:30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6,472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30,997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-497,650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-49.77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-688,675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482,250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748,991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1,520,847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152.08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14,646,406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1464.64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13,576,178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1357.62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3,419,917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341.99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16,996,095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1699.61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2026-09-01T16:12:23+05:30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1,603,185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871,088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622,572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922,790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1,639,183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2,075,774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5,319,397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531.94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521,603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413,265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AUG 2026 | uploaded 2026-09-01T16:12:23+05:30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459,661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14,725,864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1472.59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1,835,629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-7.95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