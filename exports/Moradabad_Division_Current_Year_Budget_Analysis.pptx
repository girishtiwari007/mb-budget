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2026-09-29T13:48:08+05:30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2026-09-29T13:48:08+05:30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2026-09-29T13:48:08+05:30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230,363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20,488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679.48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795.48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1,160,017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8,352,703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835.27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2026-09-29T13:48:08+05:30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2026-09-29T13:48:08+05:30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-5,077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-1,060,691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1627.53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1015.22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3,370,852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337.09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6,123,078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612.31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2026-09-29T13:48:08+05:30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2026-09-29T13:48:08+05:30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2026-09-29T13:48:08+05:30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152.48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141.31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2026-09-29T13:48:08+05:30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204.57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2026-09-29T13:48:08+05:30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-49.77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-53.31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225.34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1464.64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1810.70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4,530,869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453.09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2026-09-29T13:48:08+05:30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163.92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531.94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2026-09-29T13:48:08+05:30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1472.59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