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Relationship Id="rIdSlide11" Type="http://schemas.openxmlformats.org/officeDocument/2006/relationships/slide" Target="slides/slide11.xml"/><Relationship Id="rIdSlide12" Type="http://schemas.openxmlformats.org/officeDocument/2006/relationships/slide" Target="slides/slide12.xml"/><Relationship Id="rIdSlide13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AUG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2026-09-11T10:57:00+05:30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137.39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1606.69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2026-09-11T10:57:00+05:30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753,147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2026-09-11T10:57:00+05:30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-6,134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230,363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-5,390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20,488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1630.75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6,794,800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679.48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7,954,817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795.48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1,160,017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116.00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8,352,703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835.27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2026-09-11T10:57:00+05:30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81,636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41,939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13,637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109.39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834,970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-258,963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-25.90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1,790,470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-41,080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131,816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2026-09-11T10:57:00+05:30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198.79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-5,077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24,101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-592,130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-59.21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-1,060,691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-106.07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2,237,813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1,488,822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148.88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-440,234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1627.53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6,781,378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678.14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10,152,230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1015.22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3,370,852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337.09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150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6,123,078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612.31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2026-09-11T10:57:00+05:30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707.43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2,947,616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3,038,266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303.83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33,557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1,841,764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1,789,595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177,023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82.49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343,713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332,414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210,841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209,713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458,410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45.84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500,022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318,968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328,323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36,330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-7,935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117,681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229,822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282,709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-3,810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2026-09-11T10:57:00+05:30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12,161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218,111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209,161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7,125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2026-09-11T10:57:00+05:30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151,966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363,237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11,774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133,932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160,765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-6,134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144.56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602,335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516,298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51.63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343,841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93,181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105,637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-35,029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1,524,832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152.48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1,673,871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167.39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242,638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64,427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30,020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81,636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41,939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51,616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1,573,248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1,712,812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171.28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339.15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1,413,117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141.31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1,232,129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123.21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109.39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834,970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-258,963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-25.90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-397,159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-39.72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2026-09-11T10:57:00+05:30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-41,080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-42,785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48,808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7,526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-5,390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213,448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490.96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2,045,684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204.57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2,223,473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222.35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491,942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2026-09-11T10:57:00+05:30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24,101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33,465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-119.44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-497,650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-49.77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-533,141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-53.31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-592,130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-59.21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-58,989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115.74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482,250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2,253,377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225.34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2,237,813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1,488,822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148.88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-15,564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3515.14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14,646,406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1464.64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16,796,125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1679.61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3258.28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13,576,178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1357.62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18,107,047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1810.70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4,530,869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453.09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133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1,310,922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131.09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2026-09-11T10:57:00+05:30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277,345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26,297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384.76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1,603,185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1,635,185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209.06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871,088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-213,035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149.42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622,572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644,948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266,183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221.47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922,790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875,942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119,080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393.40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1,639,183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1,564,866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413,772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498.19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2,075,774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2,029,601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202.96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163,264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1276.66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5,319,397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531.94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5,379,265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537.93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323,210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521,603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836,072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413,265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411,167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30,594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2026-09-11T10:57:00+05:30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459,661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501,081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3534.21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14,725,864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1472.59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15,141,032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1514.10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1,387,963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138.80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-79,458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-7.95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1,655,141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-77,089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-7.71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