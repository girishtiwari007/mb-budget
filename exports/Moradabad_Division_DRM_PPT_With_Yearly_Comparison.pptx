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26.73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29.41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45.8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150.37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178.13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49.4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118.5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77.70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100.6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56.40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91.11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67.3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161.6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85.83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99.50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48.3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139.69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197.86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59.0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141.6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184.53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219.29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483.63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570.25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49.1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117.9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58.03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91.70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65.8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44.18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44.4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53.79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53.27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5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AUG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Aug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29.41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34.74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110.0%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150.37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178.13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182.76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77.70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100.6%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56.40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91.11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44.24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161.6%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85.83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99.50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106.49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115.9%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139.69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197.86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59.0%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141.6%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184.53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219.29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223.59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118.8%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483.63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570.25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590.47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58.03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91.70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47.59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158.0%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44.18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55.29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106.6%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53.79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75.84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41.3%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99.0%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-36.5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536254%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1287011%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-6.0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744775%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1787460%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-12.2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583295%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1399909%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556600%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1335840%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1.2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612950%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1471080%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-37.5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986871%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2368491%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-15.4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405339%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972815%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-86.0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803868%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1929284%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7.1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-7.1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470720%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1129728%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182.4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-182.4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561267%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1347040%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