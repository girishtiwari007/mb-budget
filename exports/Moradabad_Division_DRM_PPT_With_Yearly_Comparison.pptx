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Yearly Comparison | Completed AUG 2026 (05 months)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/ SMH Total - Completed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21544"/>
                <a:gridCol w="1715920"/>
                <a:gridCol w="1715920"/>
                <a:gridCol w="1715920"/>
                <a:gridCol w="1874801"/>
                <a:gridCol w="1143946"/>
                <a:gridCol w="1143949"/>
              </a:tblGrid>
              <a:tr h="30290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0290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/ SMH Total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13,581,613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17,178,630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1717.86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Total - Completed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21544"/>
                <a:gridCol w="1715920"/>
                <a:gridCol w="1715920"/>
                <a:gridCol w="1715920"/>
                <a:gridCol w="1874801"/>
                <a:gridCol w="1143946"/>
                <a:gridCol w="1143949"/>
              </a:tblGrid>
              <a:tr h="30290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0290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Staff Total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6,794,800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679.48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7,958,493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795.85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8,349,027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834.90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117.1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Non-Staff Total - Completed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21544"/>
                <a:gridCol w="1715920"/>
                <a:gridCol w="1715920"/>
                <a:gridCol w="1715920"/>
                <a:gridCol w="1874801"/>
                <a:gridCol w="1143946"/>
                <a:gridCol w="1143949"/>
              </a:tblGrid>
              <a:tr h="30290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0290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Non-Staff Total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6,781,379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678.14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9,037,599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903.76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7,237,709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723.77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55.5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133.3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03 / 01 -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347,497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45.8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04 / 02 -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49.3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118.3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05 / 03 -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41.9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100.6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06 / 04 -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471,520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65.2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156.4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07 / 05 -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107.27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47.9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08 / 06 -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58.3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139.8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09 / 07 -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49.5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118.9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10 / 08 -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6,949,401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40.1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96.3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11 / 09 -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477,071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65.7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157.8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12 / 10 -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555,093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44.2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106.1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13 / 11 -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41.3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- 10 - KMA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814,984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81.50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714,884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71.49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761,802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53,182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93.5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106.6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764,822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699,900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764,170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99.9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109.2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53.6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128.7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- 11 - OT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73,055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132.1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92,488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72,791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-13,735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114.9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145.9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77.1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- 12 - NDA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320,576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-92,748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140.7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157.5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244,859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241,738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120.2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121.8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58.4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140.1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- 15 - TA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22,223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73.6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17,628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20,172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113.8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69.4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166.5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- 20 - Leave Salary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14,798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26,104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-10,695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169.4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176.4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22,003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113.4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133.8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68.1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163.4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- 25 - Children Edu. Allow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267,729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297,389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298,622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-30,893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111.5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100.4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302,671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-71,925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123.8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102.7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98.8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237.1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- 26 - Medical Expenses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205,000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251,202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306,136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-101,136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149.3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121.9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292,424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330,091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112.9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109.3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152,897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231,495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39.8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- 27 - Materials from stock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1,454,382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145.44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1,425,827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142.58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1,441,703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12,679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99.1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1,468,901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177,414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87.9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89.1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69.9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167.7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- 28 - Materials-Dir. purchase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178,985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192,376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171,818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89.3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164,507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71.5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75.8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47.1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- 32 - CP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3,828,108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3,827,080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382.71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3,961,068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396.11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-132,960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-13.30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103.5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103.5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3,983,827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398.38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3,560,350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356.04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3,623,757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360,070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1,431,816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134.4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- 60 - Fuel from Stock-Home - Yearly Comparison through AUG 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0592"/>
                <a:gridCol w="1590933"/>
                <a:gridCol w="1590933"/>
                <a:gridCol w="1590933"/>
                <a:gridCol w="1546740"/>
                <a:gridCol w="1590933"/>
                <a:gridCol w="1590936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Util.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2024-25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6,076,473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607.65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6,784,895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678.49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6,514,326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651.43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-437,853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107.2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2025-26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5,057,983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505.80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5,106,357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903,284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2026-27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49.0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117.5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