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4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5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6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7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8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9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0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1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2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3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4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5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6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7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8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9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0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1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67.24</c:v>
                </c:pt>
                <c:pt idx="2">
                  <c:v>64.15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32.08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35.35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55.1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180.45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212.64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93.24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83.9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67.68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155.14</c:v>
                </c:pt>
                <c:pt idx="1">
                  <c:v>151.16</c:v>
                </c:pt>
                <c:pt idx="2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77.6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155.2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103.00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119.24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57.9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167.63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234.48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69.9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139.9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221.44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260.26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58.8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</c:v>
                </c:pt>
                <c:pt idx="2">
                  <c:v>580.36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724.36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62.4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124.8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113.20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69.64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105.37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75.7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52.95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53.2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64.55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63.97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6.10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6.30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6.35</c:v>
                </c:pt>
                <c:pt idx="1">
                  <c:v>7.14</c:v>
                </c:pt>
                <c:pt idx="2">
                  <c:v>8.38</c:v>
                </c:pt>
                <c:pt idx="3">
                  <c:v>7.17</c:v>
                </c:pt>
                <c:pt idx="4">
                  <c:v>7.42</c:v>
                </c:pt>
                <c:pt idx="5">
                  <c:v>7.24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1.40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0.00</c:v>
                </c:pt>
                <c:pt idx="10">
                  <c:v>0.00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2.10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1.40</c:v>
                </c:pt>
                <c:pt idx="7">
                  <c:v>1.19</c:v>
                </c:pt>
                <c:pt idx="8">
                  <c:v>0.05</c:v>
                </c:pt>
                <c:pt idx="9">
                  <c:v>0.00</c:v>
                </c:pt>
                <c:pt idx="10">
                  <c:v>0.02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1.38</c:v>
                </c:pt>
                <c:pt idx="1">
                  <c:v>1.70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  <c:pt idx="5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2.26</c:v>
                </c:pt>
                <c:pt idx="3">
                  <c:v>2.23</c:v>
                </c:pt>
                <c:pt idx="4">
                  <c:v>2.28</c:v>
                </c:pt>
                <c:pt idx="5">
                  <c:v>2.23</c:v>
                </c:pt>
                <c:pt idx="6">
                  <c:v>2.37</c:v>
                </c:pt>
                <c:pt idx="7">
                  <c:v>2.30</c:v>
                </c:pt>
                <c:pt idx="8">
                  <c:v>2.34</c:v>
                </c:pt>
                <c:pt idx="9">
                  <c:v>2.49</c:v>
                </c:pt>
                <c:pt idx="10">
                  <c:v>2.47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2.26</c:v>
                </c:pt>
                <c:pt idx="7">
                  <c:v>2.43</c:v>
                </c:pt>
                <c:pt idx="8">
                  <c:v>2.59</c:v>
                </c:pt>
                <c:pt idx="9">
                  <c:v>2.71</c:v>
                </c:pt>
                <c:pt idx="10">
                  <c:v>2.80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2.53</c:v>
                </c:pt>
                <c:pt idx="1">
                  <c:v>2.26</c:v>
                </c:pt>
                <c:pt idx="2">
                  <c:v>2.58</c:v>
                </c:pt>
                <c:pt idx="3">
                  <c:v>2.43</c:v>
                </c:pt>
                <c:pt idx="4">
                  <c:v>2.45</c:v>
                </c:pt>
                <c:pt idx="5">
                  <c:v>2.53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0.20</c:v>
                </c:pt>
                <c:pt idx="3">
                  <c:v>0.14</c:v>
                </c:pt>
                <c:pt idx="4">
                  <c:v>0.19</c:v>
                </c:pt>
                <c:pt idx="5">
                  <c:v>0.16</c:v>
                </c:pt>
                <c:pt idx="6">
                  <c:v>0.10</c:v>
                </c:pt>
                <c:pt idx="7">
                  <c:v>0.12</c:v>
                </c:pt>
                <c:pt idx="8">
                  <c:v>0.07</c:v>
                </c:pt>
                <c:pt idx="9">
                  <c:v>0.20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0.20</c:v>
                </c:pt>
                <c:pt idx="5">
                  <c:v>0.21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0.29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0.20</c:v>
                </c:pt>
                <c:pt idx="5">
                  <c:v>0.30</c:v>
                </c:pt>
                <c:pt idx="6">
                  <c:v>0.26</c:v>
                </c:pt>
                <c:pt idx="7">
                  <c:v>0.21</c:v>
                </c:pt>
                <c:pt idx="8">
                  <c:v>0.30</c:v>
                </c:pt>
                <c:pt idx="9">
                  <c:v>0.25</c:v>
                </c:pt>
                <c:pt idx="10">
                  <c:v>0.29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0.27</c:v>
                </c:pt>
                <c:pt idx="1">
                  <c:v>0.29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  <c:pt idx="5">
                  <c:v>0.38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0.10</c:v>
                </c:pt>
                <c:pt idx="9">
                  <c:v>0.07</c:v>
                </c:pt>
                <c:pt idx="10">
                  <c:v>0.06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</c:v>
                </c:pt>
                <c:pt idx="7">
                  <c:v>0.29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10.40</c:v>
                </c:pt>
                <c:pt idx="1">
                  <c:v>12.86</c:v>
                </c:pt>
                <c:pt idx="2">
                  <c:v>8.63</c:v>
                </c:pt>
                <c:pt idx="3">
                  <c:v>3.96</c:v>
                </c:pt>
                <c:pt idx="4">
                  <c:v>1.66</c:v>
                </c:pt>
                <c:pt idx="5">
                  <c:v>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4.27</c:v>
                </c:pt>
                <c:pt idx="1">
                  <c:v>2.31</c:v>
                </c:pt>
                <c:pt idx="2">
                  <c:v>2.51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2.00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1.30</c:v>
                </c:pt>
                <c:pt idx="11">
                  <c:v>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4.60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2.80</c:v>
                </c:pt>
                <c:pt idx="9">
                  <c:v>1.77</c:v>
                </c:pt>
                <c:pt idx="10">
                  <c:v>4.27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  <c:pt idx="5">
                  <c:v>4.28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3.00</c:v>
                </c:pt>
                <c:pt idx="1">
                  <c:v>12.42</c:v>
                </c:pt>
                <c:pt idx="2">
                  <c:v>12.38</c:v>
                </c:pt>
                <c:pt idx="3">
                  <c:v>9.87</c:v>
                </c:pt>
                <c:pt idx="4">
                  <c:v>13.95</c:v>
                </c:pt>
                <c:pt idx="5">
                  <c:v>13.53</c:v>
                </c:pt>
                <c:pt idx="6">
                  <c:v>18.90</c:v>
                </c:pt>
                <c:pt idx="7">
                  <c:v>4.48</c:v>
                </c:pt>
                <c:pt idx="8">
                  <c:v>12.09</c:v>
                </c:pt>
                <c:pt idx="9">
                  <c:v>9.90</c:v>
                </c:pt>
                <c:pt idx="10">
                  <c:v>9.89</c:v>
                </c:pt>
                <c:pt idx="11">
                  <c:v>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  <c:pt idx="5">
                  <c:v>14.53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0.80</c:v>
                </c:pt>
                <c:pt idx="10">
                  <c:v>1.04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1.16</c:v>
                </c:pt>
                <c:pt idx="8">
                  <c:v>0.90</c:v>
                </c:pt>
                <c:pt idx="9">
                  <c:v>0.80</c:v>
                </c:pt>
                <c:pt idx="10">
                  <c:v>0.78</c:v>
                </c:pt>
                <c:pt idx="11">
                  <c:v>0.14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  <c:pt idx="5">
                  <c:v>1.43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88.90</c:v>
                </c:pt>
                <c:pt idx="5">
                  <c:v>11.56</c:v>
                </c:pt>
                <c:pt idx="6">
                  <c:v>80.80</c:v>
                </c:pt>
                <c:pt idx="7">
                  <c:v>8.84</c:v>
                </c:pt>
                <c:pt idx="8">
                  <c:v>11.67</c:v>
                </c:pt>
                <c:pt idx="9">
                  <c:v>63.50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11.50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65.71</c:v>
                </c:pt>
                <c:pt idx="7">
                  <c:v>13.40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  <c:pt idx="5">
                  <c:v>20.16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SEP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Sep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32.08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35.35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28.80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55.1%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180.45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212.64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148.25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117.8%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93.24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83.9%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67.68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105.01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30.35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77.6%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155.2%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103.00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119.24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86.75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115.8%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167.63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234.48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100.78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139.9%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260.26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182.62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117.5%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580.36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724.36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436.36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124.8%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69.64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105.37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33.91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151.3%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52.95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46.51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53.2%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106.5%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64.55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63.97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65.14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34.0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43.7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14.8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53.4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325.4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162.7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20.16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