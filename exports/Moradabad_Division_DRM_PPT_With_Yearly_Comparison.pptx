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32.08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35.08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54.7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109.4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180.45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212.26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58.8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117.6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93.24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83.9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67.68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101.51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75.0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150.0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103.00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116.32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56.5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112.9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167.63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231.64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69.1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138.2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221.44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260.10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58.7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580.36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575.64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49.6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99.2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69.64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105.25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75.6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52.84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53.1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64.55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63.97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  <c:pt idx="5">
                  <c:v>7.24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  <c:pt idx="5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  <c:pt idx="5">
                  <c:v>2.53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  <c:pt idx="5">
                  <c:v>0.21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  <c:pt idx="5">
                  <c:v>0.38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  <c:pt idx="5">
                  <c:v>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  <c:pt idx="5">
                  <c:v>4.24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  <c:pt idx="5">
                  <c:v>0.26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  <c:pt idx="5">
                  <c:v>0.90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  <c:pt idx="5">
                  <c:v>18.95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SEP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Sep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32.08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35.08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29.08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54.7%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109.4%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180.45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212.26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148.63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117.6%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93.24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83.9%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67.68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33.85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150.0%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103.00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89.67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56.5%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167.63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231.64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138.2%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260.10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182.78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117.5%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580.36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575.64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585.08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69.64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34.04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52.84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46.63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106.2%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64.55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63.97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65.14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34.0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43.7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14.8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53.4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162.7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201.4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18.95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