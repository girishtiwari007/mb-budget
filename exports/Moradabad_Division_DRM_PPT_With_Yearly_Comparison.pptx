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8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9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0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1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2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3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4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5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6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7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8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9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0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1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2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3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4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5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6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7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8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9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0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1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68.98</c:v>
                </c:pt>
                <c:pt idx="1">
                  <c:v>67.24</c:v>
                </c:pt>
                <c:pt idx="2">
                  <c:v>64.15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62.58</c:v>
                </c:pt>
                <c:pt idx="1">
                  <c:v>62.26</c:v>
                </c:pt>
                <c:pt idx="2">
                  <c:v>26.73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62.09</c:v>
                </c:pt>
                <c:pt idx="1">
                  <c:v>69.39</c:v>
                </c:pt>
                <c:pt idx="2">
                  <c:v>29.41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90.0</c:v>
                </c:pt>
                <c:pt idx="1">
                  <c:v>103.2</c:v>
                </c:pt>
                <c:pt idx="2">
                  <c:v>45.8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</c:v>
                </c:pt>
                <c:pt idx="1">
                  <c:v>111.4</c:v>
                </c:pt>
                <c:pt idx="2">
                  <c:v>110.0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367.33</c:v>
                </c:pt>
                <c:pt idx="1">
                  <c:v>385.84</c:v>
                </c:pt>
                <c:pt idx="2">
                  <c:v>360.89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334.48</c:v>
                </c:pt>
                <c:pt idx="1">
                  <c:v>354.94</c:v>
                </c:pt>
                <c:pt idx="2">
                  <c:v>150.37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386.41</c:v>
                </c:pt>
                <c:pt idx="1">
                  <c:v>399.61</c:v>
                </c:pt>
                <c:pt idx="2">
                  <c:v>178.13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105.2</c:v>
                </c:pt>
                <c:pt idx="1">
                  <c:v>103.6</c:v>
                </c:pt>
                <c:pt idx="2">
                  <c:v>49.4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</c:v>
                </c:pt>
                <c:pt idx="1">
                  <c:v>112.6</c:v>
                </c:pt>
                <c:pt idx="2">
                  <c:v>118.5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232.05</c:v>
                </c:pt>
                <c:pt idx="1">
                  <c:v>215.84</c:v>
                </c:pt>
                <c:pt idx="2">
                  <c:v>186.48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222.21</c:v>
                </c:pt>
                <c:pt idx="1">
                  <c:v>183.07</c:v>
                </c:pt>
                <c:pt idx="2">
                  <c:v>77.70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255.56</c:v>
                </c:pt>
                <c:pt idx="1">
                  <c:v>200.01</c:v>
                </c:pt>
                <c:pt idx="2">
                  <c:v>78.20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</c:v>
                </c:pt>
                <c:pt idx="1">
                  <c:v>92.7</c:v>
                </c:pt>
                <c:pt idx="2">
                  <c:v>41.9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115.0</c:v>
                </c:pt>
                <c:pt idx="1">
                  <c:v>109.3</c:v>
                </c:pt>
                <c:pt idx="2">
                  <c:v>100.6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117.92</c:v>
                </c:pt>
                <c:pt idx="1">
                  <c:v>82.98</c:v>
                </c:pt>
                <c:pt idx="2">
                  <c:v>135.36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111.97</c:v>
                </c:pt>
                <c:pt idx="1">
                  <c:v>97.55</c:v>
                </c:pt>
                <c:pt idx="2">
                  <c:v>56.40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155.14</c:v>
                </c:pt>
                <c:pt idx="1">
                  <c:v>151.16</c:v>
                </c:pt>
                <c:pt idx="2">
                  <c:v>91.11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131.6</c:v>
                </c:pt>
                <c:pt idx="1">
                  <c:v>182.2</c:v>
                </c:pt>
                <c:pt idx="2">
                  <c:v>67.3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138.6</c:v>
                </c:pt>
                <c:pt idx="1">
                  <c:v>155.0</c:v>
                </c:pt>
                <c:pt idx="2">
                  <c:v>161.6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203.31</c:v>
                </c:pt>
                <c:pt idx="1">
                  <c:v>231.82</c:v>
                </c:pt>
                <c:pt idx="2">
                  <c:v>206.00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190.44</c:v>
                </c:pt>
                <c:pt idx="1">
                  <c:v>213.91</c:v>
                </c:pt>
                <c:pt idx="2">
                  <c:v>85.83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199.62</c:v>
                </c:pt>
                <c:pt idx="1">
                  <c:v>217.16</c:v>
                </c:pt>
                <c:pt idx="2">
                  <c:v>99.50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98.2</c:v>
                </c:pt>
                <c:pt idx="1">
                  <c:v>93.7</c:v>
                </c:pt>
                <c:pt idx="2">
                  <c:v>48.3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</c:v>
                </c:pt>
                <c:pt idx="1">
                  <c:v>101.5</c:v>
                </c:pt>
                <c:pt idx="2">
                  <c:v>115.9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353.49</c:v>
                </c:pt>
                <c:pt idx="1">
                  <c:v>346.54</c:v>
                </c:pt>
                <c:pt idx="2">
                  <c:v>335.26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324.82</c:v>
                </c:pt>
                <c:pt idx="1">
                  <c:v>304.95</c:v>
                </c:pt>
                <c:pt idx="2">
                  <c:v>139.69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373.91</c:v>
                </c:pt>
                <c:pt idx="1">
                  <c:v>380.18</c:v>
                </c:pt>
                <c:pt idx="2">
                  <c:v>197.86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105.8</c:v>
                </c:pt>
                <c:pt idx="1">
                  <c:v>109.7</c:v>
                </c:pt>
                <c:pt idx="2">
                  <c:v>59.0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</c:v>
                </c:pt>
                <c:pt idx="1">
                  <c:v>124.7</c:v>
                </c:pt>
                <c:pt idx="2">
                  <c:v>141.6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454.11</c:v>
                </c:pt>
                <c:pt idx="1">
                  <c:v>469.25</c:v>
                </c:pt>
                <c:pt idx="2">
                  <c:v>442.88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419.83</c:v>
                </c:pt>
                <c:pt idx="1">
                  <c:v>430.15</c:v>
                </c:pt>
                <c:pt idx="2">
                  <c:v>184.53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488.21</c:v>
                </c:pt>
                <c:pt idx="1">
                  <c:v>494.76</c:v>
                </c:pt>
                <c:pt idx="2">
                  <c:v>219.29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</c:v>
                </c:pt>
                <c:pt idx="1">
                  <c:v>105.4</c:v>
                </c:pt>
                <c:pt idx="2">
                  <c:v>49.5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116.3</c:v>
                </c:pt>
                <c:pt idx="1">
                  <c:v>115.0</c:v>
                </c:pt>
                <c:pt idx="2">
                  <c:v>118.8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1463.83</c:v>
                </c:pt>
                <c:pt idx="1">
                  <c:v>1406.43</c:v>
                </c:pt>
                <c:pt idx="2">
                  <c:v>1160.72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1493.81</c:v>
                </c:pt>
                <c:pt idx="1">
                  <c:v>1281.16</c:v>
                </c:pt>
                <c:pt idx="2">
                  <c:v>483.63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1429.02</c:v>
                </c:pt>
                <c:pt idx="1">
                  <c:v>1269.07</c:v>
                </c:pt>
                <c:pt idx="2">
                  <c:v>570.25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</c:v>
                </c:pt>
                <c:pt idx="1">
                  <c:v>90.2</c:v>
                </c:pt>
                <c:pt idx="2">
                  <c:v>49.1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95.7</c:v>
                </c:pt>
                <c:pt idx="1">
                  <c:v>99.1</c:v>
                </c:pt>
                <c:pt idx="2">
                  <c:v>117.9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113.20</c:v>
                </c:pt>
                <c:pt idx="1">
                  <c:v>114.44</c:v>
                </c:pt>
                <c:pt idx="2">
                  <c:v>139.28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117.06</c:v>
                </c:pt>
                <c:pt idx="1">
                  <c:v>118.53</c:v>
                </c:pt>
                <c:pt idx="2">
                  <c:v>58.03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128.99</c:v>
                </c:pt>
                <c:pt idx="1">
                  <c:v>145.16</c:v>
                </c:pt>
                <c:pt idx="2">
                  <c:v>91.70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114.0</c:v>
                </c:pt>
                <c:pt idx="1">
                  <c:v>126.8</c:v>
                </c:pt>
                <c:pt idx="2">
                  <c:v>65.8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110.2</c:v>
                </c:pt>
                <c:pt idx="1">
                  <c:v>122.5</c:v>
                </c:pt>
                <c:pt idx="2">
                  <c:v>158.0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100.52</c:v>
                </c:pt>
                <c:pt idx="1">
                  <c:v>95.84</c:v>
                </c:pt>
                <c:pt idx="2">
                  <c:v>99.46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93.07</c:v>
                </c:pt>
                <c:pt idx="1">
                  <c:v>90.63</c:v>
                </c:pt>
                <c:pt idx="2">
                  <c:v>41.44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101.56</c:v>
                </c:pt>
                <c:pt idx="1">
                  <c:v>102.56</c:v>
                </c:pt>
                <c:pt idx="2">
                  <c:v>44.18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101.0</c:v>
                </c:pt>
                <c:pt idx="1">
                  <c:v>107.0</c:v>
                </c:pt>
                <c:pt idx="2">
                  <c:v>44.4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</c:v>
                </c:pt>
                <c:pt idx="1">
                  <c:v>113.2</c:v>
                </c:pt>
                <c:pt idx="2">
                  <c:v>106.6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112.99</c:v>
                </c:pt>
                <c:pt idx="1">
                  <c:v>130.56</c:v>
                </c:pt>
                <c:pt idx="2">
                  <c:v>129.11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110.54</c:v>
                </c:pt>
                <c:pt idx="1">
                  <c:v>96.93</c:v>
                </c:pt>
                <c:pt idx="2">
                  <c:v>53.79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110.64</c:v>
                </c:pt>
                <c:pt idx="1">
                  <c:v>122.68</c:v>
                </c:pt>
                <c:pt idx="2">
                  <c:v>53.27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</c:v>
                </c:pt>
                <c:pt idx="1">
                  <c:v>94.0</c:v>
                </c:pt>
                <c:pt idx="2">
                  <c:v>41.3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100.1</c:v>
                </c:pt>
                <c:pt idx="1">
                  <c:v>126.6</c:v>
                </c:pt>
                <c:pt idx="2">
                  <c:v>99.0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6.33</c:v>
                </c:pt>
                <c:pt idx="1">
                  <c:v>6.12</c:v>
                </c:pt>
                <c:pt idx="2">
                  <c:v>6.68</c:v>
                </c:pt>
                <c:pt idx="3">
                  <c:v>6.52</c:v>
                </c:pt>
                <c:pt idx="4">
                  <c:v>6.26</c:v>
                </c:pt>
                <c:pt idx="5">
                  <c:v>6.42</c:v>
                </c:pt>
                <c:pt idx="6">
                  <c:v>6.47</c:v>
                </c:pt>
                <c:pt idx="7">
                  <c:v>6.52</c:v>
                </c:pt>
                <c:pt idx="8">
                  <c:v>6.35</c:v>
                </c:pt>
                <c:pt idx="9">
                  <c:v>6.10</c:v>
                </c:pt>
                <c:pt idx="10">
                  <c:v>6.45</c:v>
                </c:pt>
                <c:pt idx="11">
                  <c:v>5.95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6.52</c:v>
                </c:pt>
                <c:pt idx="1">
                  <c:v>6.25</c:v>
                </c:pt>
                <c:pt idx="2">
                  <c:v>6.37</c:v>
                </c:pt>
                <c:pt idx="3">
                  <c:v>6.98</c:v>
                </c:pt>
                <c:pt idx="4">
                  <c:v>6.71</c:v>
                </c:pt>
                <c:pt idx="5">
                  <c:v>6.58</c:v>
                </c:pt>
                <c:pt idx="6">
                  <c:v>6.24</c:v>
                </c:pt>
                <c:pt idx="7">
                  <c:v>6.31</c:v>
                </c:pt>
                <c:pt idx="8">
                  <c:v>6.30</c:v>
                </c:pt>
                <c:pt idx="9">
                  <c:v>6.21</c:v>
                </c:pt>
                <c:pt idx="10">
                  <c:v>6.17</c:v>
                </c:pt>
                <c:pt idx="11">
                  <c:v>5.78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6.35</c:v>
                </c:pt>
                <c:pt idx="1">
                  <c:v>7.14</c:v>
                </c:pt>
                <c:pt idx="2">
                  <c:v>8.38</c:v>
                </c:pt>
                <c:pt idx="3">
                  <c:v>7.17</c:v>
                </c:pt>
                <c:pt idx="4">
                  <c:v>7.42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1.95</c:v>
                </c:pt>
                <c:pt idx="1">
                  <c:v>1.40</c:v>
                </c:pt>
                <c:pt idx="2">
                  <c:v>1.06</c:v>
                </c:pt>
                <c:pt idx="3">
                  <c:v>1.07</c:v>
                </c:pt>
                <c:pt idx="4">
                  <c:v>1.33</c:v>
                </c:pt>
                <c:pt idx="5">
                  <c:v>1.58</c:v>
                </c:pt>
                <c:pt idx="6">
                  <c:v>1.22</c:v>
                </c:pt>
                <c:pt idx="7">
                  <c:v>0.01</c:v>
                </c:pt>
                <c:pt idx="8">
                  <c:v>0.03</c:v>
                </c:pt>
                <c:pt idx="9">
                  <c:v>0.00</c:v>
                </c:pt>
                <c:pt idx="10">
                  <c:v>0.00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1.45</c:v>
                </c:pt>
                <c:pt idx="1">
                  <c:v>1.43</c:v>
                </c:pt>
                <c:pt idx="2">
                  <c:v>2.10</c:v>
                </c:pt>
                <c:pt idx="3">
                  <c:v>1.27</c:v>
                </c:pt>
                <c:pt idx="4">
                  <c:v>0.51</c:v>
                </c:pt>
                <c:pt idx="5">
                  <c:v>1.22</c:v>
                </c:pt>
                <c:pt idx="6">
                  <c:v>1.40</c:v>
                </c:pt>
                <c:pt idx="7">
                  <c:v>1.19</c:v>
                </c:pt>
                <c:pt idx="8">
                  <c:v>0.05</c:v>
                </c:pt>
                <c:pt idx="9">
                  <c:v>0.00</c:v>
                </c:pt>
                <c:pt idx="10">
                  <c:v>0.02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1.38</c:v>
                </c:pt>
                <c:pt idx="1">
                  <c:v>1.70</c:v>
                </c:pt>
                <c:pt idx="2">
                  <c:v>1.31</c:v>
                </c:pt>
                <c:pt idx="3">
                  <c:v>1.08</c:v>
                </c:pt>
                <c:pt idx="4">
                  <c:v>0.48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6.35</c:v>
                </c:pt>
                <c:pt idx="1">
                  <c:v>2.41</c:v>
                </c:pt>
                <c:pt idx="2">
                  <c:v>2.26</c:v>
                </c:pt>
                <c:pt idx="3">
                  <c:v>2.23</c:v>
                </c:pt>
                <c:pt idx="4">
                  <c:v>2.28</c:v>
                </c:pt>
                <c:pt idx="5">
                  <c:v>2.23</c:v>
                </c:pt>
                <c:pt idx="6">
                  <c:v>2.37</c:v>
                </c:pt>
                <c:pt idx="7">
                  <c:v>2.30</c:v>
                </c:pt>
                <c:pt idx="8">
                  <c:v>2.34</c:v>
                </c:pt>
                <c:pt idx="9">
                  <c:v>2.49</c:v>
                </c:pt>
                <c:pt idx="10">
                  <c:v>2.47</c:v>
                </c:pt>
                <c:pt idx="11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2.34</c:v>
                </c:pt>
                <c:pt idx="1">
                  <c:v>2.21</c:v>
                </c:pt>
                <c:pt idx="2">
                  <c:v>2.46</c:v>
                </c:pt>
                <c:pt idx="3">
                  <c:v>2.36</c:v>
                </c:pt>
                <c:pt idx="4">
                  <c:v>2.39</c:v>
                </c:pt>
                <c:pt idx="5">
                  <c:v>2.44</c:v>
                </c:pt>
                <c:pt idx="6">
                  <c:v>2.26</c:v>
                </c:pt>
                <c:pt idx="7">
                  <c:v>2.43</c:v>
                </c:pt>
                <c:pt idx="8">
                  <c:v>2.59</c:v>
                </c:pt>
                <c:pt idx="9">
                  <c:v>2.71</c:v>
                </c:pt>
                <c:pt idx="10">
                  <c:v>2.80</c:v>
                </c:pt>
                <c:pt idx="11">
                  <c:v>2.44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2.53</c:v>
                </c:pt>
                <c:pt idx="1">
                  <c:v>2.26</c:v>
                </c:pt>
                <c:pt idx="2">
                  <c:v>2.58</c:v>
                </c:pt>
                <c:pt idx="3">
                  <c:v>2.43</c:v>
                </c:pt>
                <c:pt idx="4">
                  <c:v>2.45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0.11</c:v>
                </c:pt>
                <c:pt idx="1">
                  <c:v>0.09</c:v>
                </c:pt>
                <c:pt idx="2">
                  <c:v>0.18</c:v>
                </c:pt>
                <c:pt idx="3">
                  <c:v>0.31</c:v>
                </c:pt>
                <c:pt idx="4">
                  <c:v>0.22</c:v>
                </c:pt>
                <c:pt idx="5">
                  <c:v>0.14</c:v>
                </c:pt>
                <c:pt idx="6">
                  <c:v>0.12</c:v>
                </c:pt>
                <c:pt idx="7">
                  <c:v>0.12</c:v>
                </c:pt>
                <c:pt idx="8">
                  <c:v>0.03</c:v>
                </c:pt>
                <c:pt idx="9">
                  <c:v>0.14</c:v>
                </c:pt>
                <c:pt idx="10">
                  <c:v>0.16</c:v>
                </c:pt>
                <c:pt idx="11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0.34</c:v>
                </c:pt>
                <c:pt idx="1">
                  <c:v>0.35</c:v>
                </c:pt>
                <c:pt idx="2">
                  <c:v>0.20</c:v>
                </c:pt>
                <c:pt idx="3">
                  <c:v>0.14</c:v>
                </c:pt>
                <c:pt idx="4">
                  <c:v>0.19</c:v>
                </c:pt>
                <c:pt idx="5">
                  <c:v>0.16</c:v>
                </c:pt>
                <c:pt idx="6">
                  <c:v>0.10</c:v>
                </c:pt>
                <c:pt idx="7">
                  <c:v>0.12</c:v>
                </c:pt>
                <c:pt idx="8">
                  <c:v>0.07</c:v>
                </c:pt>
                <c:pt idx="9">
                  <c:v>0.20</c:v>
                </c:pt>
                <c:pt idx="10">
                  <c:v>0.11</c:v>
                </c:pt>
                <c:pt idx="11">
                  <c:v>0.04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0.21</c:v>
                </c:pt>
                <c:pt idx="1">
                  <c:v>0.17</c:v>
                </c:pt>
                <c:pt idx="2">
                  <c:v>0.16</c:v>
                </c:pt>
                <c:pt idx="3">
                  <c:v>0.38</c:v>
                </c:pt>
                <c:pt idx="4">
                  <c:v>0.20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0.22</c:v>
                </c:pt>
                <c:pt idx="1">
                  <c:v>0.19</c:v>
                </c:pt>
                <c:pt idx="2">
                  <c:v>0.19</c:v>
                </c:pt>
                <c:pt idx="3">
                  <c:v>0.11</c:v>
                </c:pt>
                <c:pt idx="4">
                  <c:v>0.22</c:v>
                </c:pt>
                <c:pt idx="5">
                  <c:v>0.23</c:v>
                </c:pt>
                <c:pt idx="6">
                  <c:v>0.29</c:v>
                </c:pt>
                <c:pt idx="7">
                  <c:v>0.23</c:v>
                </c:pt>
                <c:pt idx="8">
                  <c:v>0.24</c:v>
                </c:pt>
                <c:pt idx="9">
                  <c:v>0.39</c:v>
                </c:pt>
                <c:pt idx="10">
                  <c:v>0.35</c:v>
                </c:pt>
                <c:pt idx="11">
                  <c:v>-0.06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0.11</c:v>
                </c:pt>
                <c:pt idx="1">
                  <c:v>0.26</c:v>
                </c:pt>
                <c:pt idx="2">
                  <c:v>0.32</c:v>
                </c:pt>
                <c:pt idx="3">
                  <c:v>-0.18</c:v>
                </c:pt>
                <c:pt idx="4">
                  <c:v>0.20</c:v>
                </c:pt>
                <c:pt idx="5">
                  <c:v>0.30</c:v>
                </c:pt>
                <c:pt idx="6">
                  <c:v>0.26</c:v>
                </c:pt>
                <c:pt idx="7">
                  <c:v>0.21</c:v>
                </c:pt>
                <c:pt idx="8">
                  <c:v>0.30</c:v>
                </c:pt>
                <c:pt idx="9">
                  <c:v>0.25</c:v>
                </c:pt>
                <c:pt idx="10">
                  <c:v>0.29</c:v>
                </c:pt>
                <c:pt idx="11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0.27</c:v>
                </c:pt>
                <c:pt idx="1">
                  <c:v>0.29</c:v>
                </c:pt>
                <c:pt idx="2">
                  <c:v>0.26</c:v>
                </c:pt>
                <c:pt idx="3">
                  <c:v>0.19</c:v>
                </c:pt>
                <c:pt idx="4">
                  <c:v>0.22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2.82</c:v>
                </c:pt>
                <c:pt idx="1">
                  <c:v>7.26</c:v>
                </c:pt>
                <c:pt idx="2">
                  <c:v>10.65</c:v>
                </c:pt>
                <c:pt idx="3">
                  <c:v>6.04</c:v>
                </c:pt>
                <c:pt idx="4">
                  <c:v>1.37</c:v>
                </c:pt>
                <c:pt idx="5">
                  <c:v>0.75</c:v>
                </c:pt>
                <c:pt idx="6">
                  <c:v>0.52</c:v>
                </c:pt>
                <c:pt idx="7">
                  <c:v>0.13</c:v>
                </c:pt>
                <c:pt idx="8">
                  <c:v>0.10</c:v>
                </c:pt>
                <c:pt idx="9">
                  <c:v>0.07</c:v>
                </c:pt>
                <c:pt idx="10">
                  <c:v>0.06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6.32</c:v>
                </c:pt>
                <c:pt idx="1">
                  <c:v>10.22</c:v>
                </c:pt>
                <c:pt idx="2">
                  <c:v>16.12</c:v>
                </c:pt>
                <c:pt idx="3">
                  <c:v>2.82</c:v>
                </c:pt>
                <c:pt idx="4">
                  <c:v>0.85</c:v>
                </c:pt>
                <c:pt idx="5">
                  <c:v>0.42</c:v>
                </c:pt>
                <c:pt idx="6">
                  <c:v>0.14</c:v>
                </c:pt>
                <c:pt idx="7">
                  <c:v>0.29</c:v>
                </c:pt>
                <c:pt idx="8">
                  <c:v>0.17</c:v>
                </c:pt>
                <c:pt idx="9">
                  <c:v>0.04</c:v>
                </c:pt>
                <c:pt idx="10">
                  <c:v>0.06</c:v>
                </c:pt>
                <c:pt idx="11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10.40</c:v>
                </c:pt>
                <c:pt idx="1">
                  <c:v>12.86</c:v>
                </c:pt>
                <c:pt idx="2">
                  <c:v>8.63</c:v>
                </c:pt>
                <c:pt idx="3">
                  <c:v>3.96</c:v>
                </c:pt>
                <c:pt idx="4">
                  <c:v>1.66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4.27</c:v>
                </c:pt>
                <c:pt idx="1">
                  <c:v>2.31</c:v>
                </c:pt>
                <c:pt idx="2">
                  <c:v>2.51</c:v>
                </c:pt>
                <c:pt idx="3">
                  <c:v>2.29</c:v>
                </c:pt>
                <c:pt idx="4">
                  <c:v>2.48</c:v>
                </c:pt>
                <c:pt idx="5">
                  <c:v>4.24</c:v>
                </c:pt>
                <c:pt idx="6">
                  <c:v>2.00</c:v>
                </c:pt>
                <c:pt idx="7">
                  <c:v>1.81</c:v>
                </c:pt>
                <c:pt idx="8">
                  <c:v>0.04</c:v>
                </c:pt>
                <c:pt idx="9">
                  <c:v>4.83</c:v>
                </c:pt>
                <c:pt idx="10">
                  <c:v>1.30</c:v>
                </c:pt>
                <c:pt idx="11">
                  <c:v>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4.82</c:v>
                </c:pt>
                <c:pt idx="1">
                  <c:v>2.94</c:v>
                </c:pt>
                <c:pt idx="2">
                  <c:v>1.87</c:v>
                </c:pt>
                <c:pt idx="3">
                  <c:v>4.60</c:v>
                </c:pt>
                <c:pt idx="4">
                  <c:v>1.85</c:v>
                </c:pt>
                <c:pt idx="5">
                  <c:v>2.67</c:v>
                </c:pt>
                <c:pt idx="6">
                  <c:v>2.25</c:v>
                </c:pt>
                <c:pt idx="7">
                  <c:v>2.67</c:v>
                </c:pt>
                <c:pt idx="8">
                  <c:v>2.80</c:v>
                </c:pt>
                <c:pt idx="9">
                  <c:v>1.77</c:v>
                </c:pt>
                <c:pt idx="10">
                  <c:v>4.27</c:v>
                </c:pt>
                <c:pt idx="11">
                  <c:v>0.51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3.04</c:v>
                </c:pt>
                <c:pt idx="1">
                  <c:v>3.38</c:v>
                </c:pt>
                <c:pt idx="2">
                  <c:v>3.87</c:v>
                </c:pt>
                <c:pt idx="3">
                  <c:v>2.31</c:v>
                </c:pt>
                <c:pt idx="4">
                  <c:v>2.81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4.69</c:v>
                </c:pt>
                <c:pt idx="1">
                  <c:v>14.79</c:v>
                </c:pt>
                <c:pt idx="2">
                  <c:v>16.11</c:v>
                </c:pt>
                <c:pt idx="3">
                  <c:v>14.52</c:v>
                </c:pt>
                <c:pt idx="4">
                  <c:v>10.78</c:v>
                </c:pt>
                <c:pt idx="5">
                  <c:v>10.48</c:v>
                </c:pt>
                <c:pt idx="6">
                  <c:v>13.32</c:v>
                </c:pt>
                <c:pt idx="7">
                  <c:v>13.48</c:v>
                </c:pt>
                <c:pt idx="8">
                  <c:v>9.66</c:v>
                </c:pt>
                <c:pt idx="9">
                  <c:v>11.38</c:v>
                </c:pt>
                <c:pt idx="10">
                  <c:v>10.44</c:v>
                </c:pt>
                <c:pt idx="11">
                  <c:v>14.52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3.00</c:v>
                </c:pt>
                <c:pt idx="1">
                  <c:v>12.42</c:v>
                </c:pt>
                <c:pt idx="2">
                  <c:v>12.38</c:v>
                </c:pt>
                <c:pt idx="3">
                  <c:v>9.87</c:v>
                </c:pt>
                <c:pt idx="4">
                  <c:v>13.95</c:v>
                </c:pt>
                <c:pt idx="5">
                  <c:v>13.53</c:v>
                </c:pt>
                <c:pt idx="6">
                  <c:v>18.90</c:v>
                </c:pt>
                <c:pt idx="7">
                  <c:v>4.48</c:v>
                </c:pt>
                <c:pt idx="8">
                  <c:v>12.09</c:v>
                </c:pt>
                <c:pt idx="9">
                  <c:v>9.90</c:v>
                </c:pt>
                <c:pt idx="10">
                  <c:v>9.89</c:v>
                </c:pt>
                <c:pt idx="11">
                  <c:v>8.72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19.54</c:v>
                </c:pt>
                <c:pt idx="1">
                  <c:v>15.25</c:v>
                </c:pt>
                <c:pt idx="2">
                  <c:v>24.04</c:v>
                </c:pt>
                <c:pt idx="3">
                  <c:v>14.91</c:v>
                </c:pt>
                <c:pt idx="4">
                  <c:v>12.27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1.45</c:v>
                </c:pt>
                <c:pt idx="1">
                  <c:v>3.15</c:v>
                </c:pt>
                <c:pt idx="2">
                  <c:v>3.33</c:v>
                </c:pt>
                <c:pt idx="3">
                  <c:v>1.58</c:v>
                </c:pt>
                <c:pt idx="4">
                  <c:v>1.75</c:v>
                </c:pt>
                <c:pt idx="5">
                  <c:v>1.27</c:v>
                </c:pt>
                <c:pt idx="6">
                  <c:v>0.92</c:v>
                </c:pt>
                <c:pt idx="7">
                  <c:v>0.99</c:v>
                </c:pt>
                <c:pt idx="8">
                  <c:v>0.79</c:v>
                </c:pt>
                <c:pt idx="9">
                  <c:v>0.80</c:v>
                </c:pt>
                <c:pt idx="10">
                  <c:v>1.04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1.46</c:v>
                </c:pt>
                <c:pt idx="1">
                  <c:v>1.54</c:v>
                </c:pt>
                <c:pt idx="2">
                  <c:v>2.25</c:v>
                </c:pt>
                <c:pt idx="3">
                  <c:v>1.35</c:v>
                </c:pt>
                <c:pt idx="4">
                  <c:v>3.96</c:v>
                </c:pt>
                <c:pt idx="5">
                  <c:v>1.36</c:v>
                </c:pt>
                <c:pt idx="6">
                  <c:v>0.74</c:v>
                </c:pt>
                <c:pt idx="7">
                  <c:v>1.16</c:v>
                </c:pt>
                <c:pt idx="8">
                  <c:v>0.90</c:v>
                </c:pt>
                <c:pt idx="9">
                  <c:v>0.80</c:v>
                </c:pt>
                <c:pt idx="10">
                  <c:v>0.78</c:v>
                </c:pt>
                <c:pt idx="11">
                  <c:v>0.14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1.71</c:v>
                </c:pt>
                <c:pt idx="1">
                  <c:v>1.22</c:v>
                </c:pt>
                <c:pt idx="2">
                  <c:v>1.35</c:v>
                </c:pt>
                <c:pt idx="3">
                  <c:v>2.02</c:v>
                </c:pt>
                <c:pt idx="4">
                  <c:v>0.75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15.46</c:v>
                </c:pt>
                <c:pt idx="1">
                  <c:v>76.11</c:v>
                </c:pt>
                <c:pt idx="2">
                  <c:v>13.06</c:v>
                </c:pt>
                <c:pt idx="3">
                  <c:v>9.39</c:v>
                </c:pt>
                <c:pt idx="4">
                  <c:v>88.90</c:v>
                </c:pt>
                <c:pt idx="5">
                  <c:v>11.56</c:v>
                </c:pt>
                <c:pt idx="6">
                  <c:v>80.80</c:v>
                </c:pt>
                <c:pt idx="7">
                  <c:v>8.84</c:v>
                </c:pt>
                <c:pt idx="8">
                  <c:v>11.67</c:v>
                </c:pt>
                <c:pt idx="9">
                  <c:v>63.50</c:v>
                </c:pt>
                <c:pt idx="10">
                  <c:v>13.92</c:v>
                </c:pt>
                <c:pt idx="11">
                  <c:v>2.89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21.12</c:v>
                </c:pt>
                <c:pt idx="1">
                  <c:v>11.50</c:v>
                </c:pt>
                <c:pt idx="2">
                  <c:v>62.98</c:v>
                </c:pt>
                <c:pt idx="3">
                  <c:v>62.87</c:v>
                </c:pt>
                <c:pt idx="4">
                  <c:v>12.81</c:v>
                </c:pt>
                <c:pt idx="5">
                  <c:v>12.23</c:v>
                </c:pt>
                <c:pt idx="6">
                  <c:v>65.71</c:v>
                </c:pt>
                <c:pt idx="7">
                  <c:v>13.40</c:v>
                </c:pt>
                <c:pt idx="8">
                  <c:v>16.97</c:v>
                </c:pt>
                <c:pt idx="9">
                  <c:v>70.11</c:v>
                </c:pt>
                <c:pt idx="10">
                  <c:v>11.45</c:v>
                </c:pt>
                <c:pt idx="11">
                  <c:v>1.23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38.54</c:v>
                </c:pt>
                <c:pt idx="1">
                  <c:v>43.32</c:v>
                </c:pt>
                <c:pt idx="2">
                  <c:v>14.82</c:v>
                </c:pt>
                <c:pt idx="3">
                  <c:v>71.94</c:v>
                </c:pt>
                <c:pt idx="4">
                  <c:v>13.79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AUG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15B88-C977-B20A-0909-257A107F7BA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804EE-D8E5-E315-903B-5791511D2BA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Reading Guide &amp; Data Basis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BEA7C-FA5F-1F4D-ABDD-0EC3306A829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Editable chart deck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77F3F-BB58-EEB7-C75A-927BE21F5E84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D43F2-AE30-8E52-8030-B25C67E8DC6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AAF3C9-B770-B11E-4856-966F85704604}"/>
              </a:ext>
            </a:extLst>
          </p:cNvPr>
          <p:cNvSpPr/>
          <p:nvPr/>
        </p:nvSpPr>
        <p:spPr>
          <a:xfrm>
            <a:off x="889000" y="1206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BB283-A261-21A7-728C-60BF3416A526}"/>
              </a:ext>
            </a:extLst>
          </p:cNvPr>
          <p:cNvSpPr txBox="1"/>
          <p:nvPr/>
        </p:nvSpPr>
        <p:spPr>
          <a:xfrm>
            <a:off x="914400" y="1231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1. Demand chart X-axis is financial year; OBA, BP and AE are the marked line series.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28171-ED42-559B-4688-2ED331AAABBA}"/>
              </a:ext>
            </a:extLst>
          </p:cNvPr>
          <p:cNvSpPr/>
          <p:nvPr/>
        </p:nvSpPr>
        <p:spPr>
          <a:xfrm>
            <a:off x="889000" y="2095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E6077-46E5-3069-2D1C-50AFCC70B685}"/>
              </a:ext>
            </a:extLst>
          </p:cNvPr>
          <p:cNvSpPr txBox="1"/>
          <p:nvPr/>
        </p:nvSpPr>
        <p:spPr>
          <a:xfrm>
            <a:off x="914400" y="2120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2. Utilization chart compares OBA utilization and BP utilization by financial year.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62BD8-5D10-F139-B83C-20A054AD278E}"/>
              </a:ext>
            </a:extLst>
          </p:cNvPr>
          <p:cNvSpPr/>
          <p:nvPr/>
        </p:nvSpPr>
        <p:spPr>
          <a:xfrm>
            <a:off x="889000" y="2984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D2841-DAAD-7A74-A1D7-24D5BB577CF7}"/>
              </a:ext>
            </a:extLst>
          </p:cNvPr>
          <p:cNvSpPr txBox="1"/>
          <p:nvPr/>
        </p:nvSpPr>
        <p:spPr>
          <a:xfrm>
            <a:off x="914400" y="3009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3. PU charts compare monthly AE for three financial years; FY 2026-27 uses actuals through Aug 2026.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8E0A5F-257B-FB90-07E9-44B75E14F5C4}"/>
              </a:ext>
            </a:extLst>
          </p:cNvPr>
          <p:cNvSpPr/>
          <p:nvPr/>
        </p:nvSpPr>
        <p:spPr>
          <a:xfrm>
            <a:off x="889000" y="3873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55613-5F37-F77B-1A76-1690318B1DA0}"/>
              </a:ext>
            </a:extLst>
          </p:cNvPr>
          <p:cNvSpPr txBox="1"/>
          <p:nvPr/>
        </p:nvSpPr>
        <p:spPr>
          <a:xfrm>
            <a:off x="914400" y="3898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4. All chart data can be corrected using Chart Design &gt; Edit Data in PowerPoint.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19DF2A-B80A-9260-4153-EE2E928DD11F}"/>
              </a:ext>
            </a:extLst>
          </p:cNvPr>
          <p:cNvSpPr/>
          <p:nvPr/>
        </p:nvSpPr>
        <p:spPr>
          <a:xfrm>
            <a:off x="889000" y="4762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A33EFC-A234-9553-3674-C979107683BD}"/>
              </a:ext>
            </a:extLst>
          </p:cNvPr>
          <p:cNvSpPr txBox="1"/>
          <p:nvPr/>
        </p:nvSpPr>
        <p:spPr>
          <a:xfrm>
            <a:off x="914400" y="4787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>
                <a:solidFill>
                  <a:srgbClr val="5D3617"/>
                </a:solidFill>
                <a:latin typeface="Aptos" panose="020B0004020202020204" pitchFamily="34" charset="0"/>
              </a:rPr>
              <a:t>5. Demand 12N / SMH 10N remains separate as a suspense head.</a:t>
            </a:r>
            <a:endParaRPr lang="en-US" sz="1400">
              <a:solidFill>
                <a:srgbClr val="5D3617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111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68.98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62.58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62.09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6.89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67.24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62.26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69.39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-2.14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64.15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26.73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29.41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34.74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110.0%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367.33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334.48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386.41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-19.08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354.94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399.61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-13.77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360.89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150.37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178.13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182.76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232.05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222.21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-23.50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183.07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200.01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15.84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186.48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77.70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78.20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108.28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100.6%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111.97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155.14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-37.22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82.98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97.55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-68.18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135.36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56.40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91.11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44.24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161.6%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203.31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190.44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199.62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231.82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213.91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217.16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14.66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206.00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85.83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99.50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106.49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115.9%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353.49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324.82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373.91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-20.42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346.54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304.95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380.18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-33.63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335.26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139.69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197.86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59.0%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141.6%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454.11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419.83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488.21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-34.10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469.25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430.15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494.76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-25.50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442.88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184.53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219.29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223.59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118.8%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1463.83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1493.81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1429.02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34.82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1406.43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1281.16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1269.07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1160.72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483.63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570.25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590.47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128.99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-15.79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145.16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-30.72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139.28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58.03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91.70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47.59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158.0%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100.52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93.07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90.63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102.56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99.46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41.44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44.18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55.29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106.6%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112.99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130.56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122.68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129.11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53.79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53.27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75.84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99.0%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month-wise 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68.0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28.3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31.6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6.68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5.95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6.98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6.71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6.58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5.78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8.38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7.17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7.42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-9.3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-4.9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8.7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58%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2.47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2.46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2.71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69%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166%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-0.06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-0.18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26.8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-7.2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237%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7.26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10.65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6.04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1.37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8.63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25.1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33.0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15.4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4.83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2.94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3.38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3.87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2.81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142.6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144.2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106.9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44.5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14.79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10.78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13.32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9.66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11.38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12.42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12.38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13.53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18.90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4.48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9.90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8.72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19.54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15.25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24.04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14.91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3.15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1.46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396.1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-13.3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398.4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356.0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362.4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325.4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135.6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182.4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143.0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15.46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76.11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9.39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88.90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80.80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8.84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11.67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63.50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21.12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62.98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65.71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13.40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16.97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70.11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11.45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1.23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38.54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43.32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14.82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71.94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13.79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2201</Words>
  <Application>Microsoft Office PowerPoint</Application>
  <PresentationFormat>Custom</PresentationFormat>
  <Paragraphs>1218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 centre mb</dc:creator>
  <cp:lastModifiedBy>it centre mb</cp:lastModifiedBy>
  <cp:revision>1</cp:revision>
  <dcterms:created xsi:type="dcterms:W3CDTF">2026-08-27T10:01:57Z</dcterms:created>
  <dcterms:modified xsi:type="dcterms:W3CDTF">2026-08-27T10:01:57Z</dcterms:modified>
</cp:coreProperties>
</file>