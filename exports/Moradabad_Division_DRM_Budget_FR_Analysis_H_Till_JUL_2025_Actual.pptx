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expenditure up to AUG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2026-09-01T12:16:24+05:30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347,497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107.27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556,231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1,399,433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348,270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-178,531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6,949,401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694.94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477,070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555,094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1,835,630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183.56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17,178,630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1717.86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1,584,287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-29050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2026-09-01T12:16:24+05:30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3,073,272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3,633,137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1,968,578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260,056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2,131,875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438,276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9,698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59,245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248,657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88,815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7,025,593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957,449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7,537,954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2026-09-01T12:16:24+05:30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301,299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322,140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1,504,722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-111,413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2,374,002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237.40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466,531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1,431,817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2,400,150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6,447,629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644.76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1,008,009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100.80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6,607,460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660.75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-63,295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-169,795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3,110,796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148,001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105.00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150,620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113.88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-45,481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125,269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-185,643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-18.56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-216,984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4,250,558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425.06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-1,357,143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-135.71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75.80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380,485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637,868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3,175,144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317.51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-57,629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668,148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632,861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