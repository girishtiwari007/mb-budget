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JUL 2026 | H column: actual expenditure up to JUL 2025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JUL 2026 | uploaded 2026-08-25T15:43:05+05:30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240,031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232,594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-7,437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215,548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1,177,984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117.80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1,467,818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2,141,084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214.11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1,313,794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131.38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923,741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-141,709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-14.17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992,115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99.21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413,960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722,606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308,646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630,975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510,355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694,140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800,112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105,972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1,259,838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680,262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1,217,272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121.73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1,562,963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345,691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1,789,603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1,252,980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125.30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1,511,191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151.12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266,110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2,651,465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1,637,160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163.72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3,862,305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386.23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3,545,214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354.52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-317,091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-31.71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8,061,992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806.20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4,179,746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417.97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598,674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807,750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209,076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585,082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744,311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74.43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325,688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355,866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30,178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638,772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324,212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388,570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425,678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37,108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865,389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400,404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11,353,556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1135.36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12,479,934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1247.99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1,126,378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112.64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20,115,939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2011.59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12,250,887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1225.09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1,362,799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1,569,032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206,233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-1,582,077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-158.21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1,635,983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163.60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JUL 2026 | uploaded 2026-08-25T15:43:05+05:30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2,249,064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224.91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245.49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205,828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4,251,517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2,424,646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242.46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1,359,404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1,579,845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220,441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2,520,608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252.06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1,435,879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143.59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269,991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264,372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26.44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167,312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173,507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323,102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167,840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255,207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35,275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389,715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261,222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26.12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27,621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22,755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62,375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6.24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111,891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93,733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9.37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250,793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-22,684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277,039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253,677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10,277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100,083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176,120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131,961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165,458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358,455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38,007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354,718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5,095,979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509.60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5,715,910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571.59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619,931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61.99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8,847,637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884.76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5,494,415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549.44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JUL 2026 | uploaded 2026-08-25T15:43:05+05:30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350,722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588,317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237,595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480,435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376,832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37.68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52,719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66,042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1,330,274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133.03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1,100,220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-230,054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-23.01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2,778,504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277.85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1,210,396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121.04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1,658,467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262,139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1,595,843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1,584,718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158.47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1,538,432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153.84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268,642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2,896,282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289.63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1,793,435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179.34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4,668,475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466.85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5,217,097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521.71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548,622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54.86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7,837,992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783.80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5,031,423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503.14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27.08.2026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-83,728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47.96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-21,466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57,023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-63,295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337,625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-169,795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66.54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3,110,796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148,001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105.00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150,620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113.88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120,775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-402,068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23.10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94,918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-212,925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30.83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10,501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-2,693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79.59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8.06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-45,481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125,269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-185,643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-18.56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40.29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27.08.2026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98,749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-216,984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-21.70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31.28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4,250,558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425.06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-1,357,143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-135.71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75.80</a:t>
                      </a:r>
                    </a:p>
                  </a:txBody>
                  <a:tcPr marL="12000" marR="12000" marT="8000" marB="8000">
                    <a:solidFill>
                      <a:srgbClr val="F2C230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27.08.2026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380,485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637,868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37.36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62.64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11,290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119,302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91.35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3,175,144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317.51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-57,629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101.85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-1.85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668,148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632,861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51.36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48.64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