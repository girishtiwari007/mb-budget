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expenditure up to JUL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5,494,415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549.44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5,031,423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503.14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327,869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-179,551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3,070,343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107.74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23.08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42,044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-192,958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37.94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27.01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4,155,709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415.57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-1,451,992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-145.20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74.11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663,768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3,142,858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314.29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669,524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