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expenditure up to JUL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5,494,415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549.44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5,031,423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503.14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