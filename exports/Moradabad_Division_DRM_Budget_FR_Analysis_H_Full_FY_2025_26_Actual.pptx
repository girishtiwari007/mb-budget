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final expenditure FY 2025-26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2026-09-15T16:03:44+05:30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693,876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69.39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3,996,057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399.61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2,000,064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1,511,638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2,171,600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217.16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197.86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137.39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3,801,767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380.18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4,947,572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494.76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570.25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590.47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12,690,658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1269.07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1,451,556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145.16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1,025,571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102.56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1,226,809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1652.90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294.74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1606.69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35,517,168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3551.72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-2,031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-0.20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2026-09-15T16:03:44+05:30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7,351,228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735.12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4,447,868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444.79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302,570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30.26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802,369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80.24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509,846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50.98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764,171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76.42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519,754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523,752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52.38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37.46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6,068,145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606.81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7,021,141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702.11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952,996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95.30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7,542,406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754.24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16,016,890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1601.69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2026-09-15T16:03:44+05:30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129.15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164,506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191.65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4,115,874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411.59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182.41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46.82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3,623,756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362.38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271.54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198.79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5,106,358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5,439,620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543.96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7,386,788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738.68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1,947,168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194.72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5,668,301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566.83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14,301,981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1430.20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-82,911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11,801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-20,426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36.62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57,289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363,937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-143,483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-14.35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71.72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3,692,699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369.27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729,904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72.99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124.64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114.31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123,038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-399,805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-39.98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-212,919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30.84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11,079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183.97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-48,573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9.55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-37,648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-179,864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42.15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103,375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-212,358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32.74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4,896,554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489.66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-711,147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-71.11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87.32</a:t>
                      </a:r>
                    </a:p>
                  </a:txBody>
                  <a:tcPr marL="12000" marR="12000" marT="8000" marB="8000">
                    <a:solidFill>
                      <a:srgbClr val="F2C230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05.09.2026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408,842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609,511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60.95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40.15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59.85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3,746,106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374.61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-628,591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-62.86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120.16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-20.16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707,656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593,353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45.61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