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232,594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-7,437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1,467,818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2,141,084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214.11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630,975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800,112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105,972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1,259,838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345,691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1,789,603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266,110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2,651,465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3,545,214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354.52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-317,091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-31.71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8,061,992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806.20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807,750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80.78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209,076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585,082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355,866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638,772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12,479,934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1247.99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1,126,378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112.64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20,115,939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2011.59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206,233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-1,582,077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4,251,517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1,579,845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220,441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173,507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27,621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-22,684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5,715,910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619,931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8,847,637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2026-08-17T11:13:04+05:30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237,595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480,435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1,100,220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-230,054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2,778,504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277.85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1,658,467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262,139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1,595,843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1,807,074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268,642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2,896,282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5,217,097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521.71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548,622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7,837,992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783.80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26.23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-64,394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327,869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-179,551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3,070,343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103.63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107.74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-402,149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23.08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-215,195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42,044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43.12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117,954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-192,958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37.94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17.08.2026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-230,454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27.01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4,155,709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415.57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-1,451,992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-145.20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74.11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17.08.2026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354,585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663,768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34.82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65.18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3,142,858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314.29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-25,343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-0.81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631,485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669,524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