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AUG 2026 | H column: actual final expenditure FY 2025-26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AUG 2026 | uploaded 2026-09-15T16:03:44+05:30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49"/>
                <a:gridCol w="1222201"/>
                <a:gridCol w="745749"/>
                <a:gridCol w="111862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26,834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347,387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693,876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69.39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1,781,320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178.13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277,611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1,827,582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3,996,057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399.61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2,000,064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200.01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56.40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911,131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442,450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1,511,638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151.16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85.83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136,710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1,064,928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2,171,600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217.16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1,978,638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197.86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581,736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58.17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1,373,928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137.39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3,801,767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380.18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184.53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2,192,865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219.29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347,546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2,235,901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223.59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4,947,572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494.76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483.63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5,702,475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570.25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866,139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5,904,731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590.47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12,690,658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1269.07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916,954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336,607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475,878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47.59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1,451,556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145.16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441,761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552,877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1,025,571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102.56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758,405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1,226,809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122.68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1358.16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16,528,995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1652.90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2,947,381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294.74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16,066,878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1606.69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35,517,168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3551.72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1,578,052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1,583,487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158.35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-1,591,097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-159.11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-2,031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-0.20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AUG 2026 | uploaded 2026-09-15T16:03:44+05:30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279.43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3,071,823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277,486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3,634,586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363.46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7,351,228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735.12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170.85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1,966,618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258,096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2,133,835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213.38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4,447,868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444.79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302,570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30.26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13,946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438,836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802,369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80.24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9,477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280,212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509,846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50.98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28.34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764,171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76.42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106,223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10.62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294,342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29.43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27.89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58,969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248,933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24.89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519,754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51.98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20,171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90,981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523,752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52.38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375,011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374,596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37.46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1456.35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6,068,145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606.81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7,021,141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702.11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952,996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95.30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7,542,406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754.24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16,016,890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1601.69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AUG 2026 | uploaded 2026-09-15T16:03:44+05:30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414,826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208,613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1,291,487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129.15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79,339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164,506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16.45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161.61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1,916,509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191.65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300,374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1,962,215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4,115,874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411.59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1,824,117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468,154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46.82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1,430,193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143.02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3,623,756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362.38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271.54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755,683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1,987,941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198.79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5,106,358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510.64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1305.51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5,439,620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543.96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7,386,788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738.68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1,947,168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194.72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136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5,668,301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566.83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14,301,981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1430.20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17.09.2026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81,555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-79,348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-7.93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50.69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12,549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-19,678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64,226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-56,092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-5.61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53.38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376,586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-130,834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-13.08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74.22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296.28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3,758,184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375.82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795,389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79.54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126.85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164,242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124.17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139,533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13.95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-383,310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-38.33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26.69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104,326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10.43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-203,517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-20.35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33.89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13,194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11,079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183.97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5,681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-48,021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-4.80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10.58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-37,648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-3.76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139,726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-171,186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-17.12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44.94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17.09.2026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112,585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-203,148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-20.31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35.66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5,607,701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560.77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5,043,318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504.33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-564,383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-56.44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89.94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2C230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17.09.2026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1,018,353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101.84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441,204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44.12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577,149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57.71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43.33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56.67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18,459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112,133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311.75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3,802,846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380.28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-685,331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-68.53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121.98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-21.98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130.10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765,318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76.53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535,691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58.82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41.18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