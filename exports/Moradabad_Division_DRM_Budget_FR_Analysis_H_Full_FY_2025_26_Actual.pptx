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2026-10-01T11:01:41+05:30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29,999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290,762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2,122,627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318,176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1,486,275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1,015,079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338,288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338,502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1,163,224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133,249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896,726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2,316,412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640,129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1,036,154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2,600,978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386,595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5,756,378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575.64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-47,225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5,850,828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585.08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1,052,451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528,378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18,328,032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1832.80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2,030,096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14,267,841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-24402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-12201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2026-10-01T11:01:41+05:30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336,242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3,016,962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304,160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1,746,066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370,797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8,335,181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1,053,408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6,228,366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2026-10-01T11:01:41+05:30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862,766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205,986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2,011,062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1,867,662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2,013,588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386,433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1,240,722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124.07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363,737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7,682,475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768.25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1,154,930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115.49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5,372,614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537.26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