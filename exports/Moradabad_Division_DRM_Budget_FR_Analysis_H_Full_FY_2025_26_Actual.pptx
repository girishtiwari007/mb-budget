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5,095,979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509.60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619,931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4,668,475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466.85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548,622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26.23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327,869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-179,551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3,070,343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103.63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10,243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107.74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120,694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-402,149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23.08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-215,195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42,044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-192,958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37.94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27.01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4,155,709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415.57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-1,451,992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-145.20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74.11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17.08.2026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354,585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663,768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34.82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65.18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3,142,858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314.29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631,485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669,524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