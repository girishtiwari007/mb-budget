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50"/>
                <a:gridCol w="1222201"/>
                <a:gridCol w="745750"/>
                <a:gridCol w="1118627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26.78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202.96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537.93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1514.10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1098715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-3,071,152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-307.12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457798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1,966,447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1151191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-1,966,208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-196.62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479663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178.96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1038037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-337,284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-33.73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432515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1038706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432794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1287011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-364,585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-36.46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536254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1787460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744775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1399909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-122,471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583295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1262939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-278,846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526225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28.27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1335840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556600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1680774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-217,069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700323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374,995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2368491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-374,973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986871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1,459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7,020,533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1154951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-7,019,682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-701.97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481230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6,751,003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675.10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860,094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1929284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-860,032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803868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1129728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-70,593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470720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1185469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-1,916,121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493946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1,823,982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1347040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-1,823,792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-182.38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561267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2,715,219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1386595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-2,714,945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-271.49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577748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222.35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1,305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7,386,244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1358490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-7,385,483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-738.55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566037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6,232,091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623.21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369.27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-17.99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489.66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