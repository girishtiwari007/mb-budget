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19.10.2026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expenditure up to SEP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2026-10-27T11:36:19+05:30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643,222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3,809,302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1,904,651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221,723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1,682,928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168.29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2,111,950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211.19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919,540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4,504,666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2,252,333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225.23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350,268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1,902,065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32,925,873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3292.59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16,462,936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1646.29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3,455,384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345.54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13,007,552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1300.76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2026-10-27T11:36:19+05:30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8,334,780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1,053,006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6,228,767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8,301,058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2026-10-27T11:36:19+05:30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96,174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3,541,910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1,770,955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254,733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1,516,222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13,385,089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1338.51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6,692,544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669.25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8,832,556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883.26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2,140,012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214.00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4,552,533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455.25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7,186,432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718.64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19.10.2026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-108,818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-10.88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4,376,267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141.35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147.71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187,876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107,120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-200,723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29,430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-45,517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79,886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81.93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-100,992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19.10.2026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124,015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-191,718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6,006,622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600.66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371,743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37.17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106.60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19.10.2026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621,086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42.44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25,605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111,985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4,405,363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-1,287,848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-128.78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-41.31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935,961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365,048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