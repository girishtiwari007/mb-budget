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AUG 2026 | H column: actual expenditure up to AUG 2025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2026-09-15T16:03:44+05:30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267,838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26.78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1,635,185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163.52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99.51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644,948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64.49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875,942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87.59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197.86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137.39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1,564,866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156.49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2,029,601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202.96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570.25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590.47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5,379,265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537.93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836,072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83.61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411,167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41.12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501,081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50.11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1652.90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294.74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1606.69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15,141,032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1514.10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-159.11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1,655,141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165.51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AUG 2026 | uploaded 2026-09-15T16:03:44+05:30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3,634,586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363.46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3,038,266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303.83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2,133,835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1,789,595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178.96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226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332,414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33.24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280,212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209,713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328,323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32.83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67,517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117,681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11.77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282,709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28.27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12,161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1.22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90,981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209,161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20.92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363,237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36.32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6,068,145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606.81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7,021,141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702.11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952,996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95.30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7,542,406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754.24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6,751,003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675.10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AUG 2026 | uploaded 2026-09-15T16:03:44+05:30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208,613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516,298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51.63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105,637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10.56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191.65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1,962,215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1,673,871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167.39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1,430,193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1,712,812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171.28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271.54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1,987,941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198.79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2,223,473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222.35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5,439,620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543.96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7,386,788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738.68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1,947,168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194.72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5,668,301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566.83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6,232,091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623.21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17.09.2026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81,555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-79,348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-7.93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12,549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-19,678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64,226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-56,092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53.38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376,586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-130,834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-13.08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74.22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3,758,184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375.82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795,389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79.54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126.85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164,242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124.17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139,533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13.95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-383,310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-38.33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104,326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-203,517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-20.35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11,079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183.97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-48,021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10.58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-37,648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139,726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-171,186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44.94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17.09.2026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112,585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-203,148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-20.31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5,043,318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504.33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-564,383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-56.44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89.94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2C230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17.09.2026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441,204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577,149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57.71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56.67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3,802,846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380.28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-685,331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-68.53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-21.98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765,318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76.53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535,691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58.82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