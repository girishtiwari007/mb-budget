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AUG 2026 | H column: actual expenditure up to AUG 2025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AUG 2026 | uploaded 2026-09-25T10:56:20+05:30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50"/>
                <a:gridCol w="1222201"/>
                <a:gridCol w="745750"/>
                <a:gridCol w="1118627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294,135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26,834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347,387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267,838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26.78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360.89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150.37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1,781,320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178.13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277,611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1,827,582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1,635,185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163.52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78.20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995,067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99.51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911,131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442,450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644,948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64.49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85.83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136,710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1,064,928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875,942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87.59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1,978,638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197.86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581,736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1,373,928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137.39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1,564,866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156.49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184.53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2,192,865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219.29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347,546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2,235,901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223.59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2,029,601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202.96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483.63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5,702,475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570.25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866,139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5,904,731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590.47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5,379,265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537.93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916,954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91.70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336,607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475,878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836,072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83.61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441,761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552,877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55.29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411,167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758,405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75.84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501,081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3259.59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1358.16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16,528,995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1652.90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2,947,381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294.74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16,066,878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1606.69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15,141,032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1514.10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1,578,052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157.81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1,583,487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158.35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-1,591,097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1,655,141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165.51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AUG 2026 | uploaded 2026-09-25T10:56:20+05:30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279.43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3,071,823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307.18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277,486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3,634,586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363.46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3,038,266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303.83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170.85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1,966,618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196.66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258,096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2,133,835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213.38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1,789,595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178.96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-11.87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226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13,946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438,836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332,414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33.24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280,212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209,713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20.97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68.02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328,323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17,718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67,517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6.75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117,681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11.77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58,969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248,933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282,709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28.27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12,161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88,733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90,981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209,161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20.92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375,011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363,237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36.32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1456.35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6,068,145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606.81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7,021,141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702.11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952,996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95.30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7,542,406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754.24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6,751,003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675.10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AUG 2026 | uploaded 2026-09-25T10:56:20+05:30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414,826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208,613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516,298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51.63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79,339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105,637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10.56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387.87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161.61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1,916,509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191.65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300,374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1,962,215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196.22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1,673,871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167.39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1,824,117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468,154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46.82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1,430,193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143.02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1,712,812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171.28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195.97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271.54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755,683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75.57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1,987,941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198.79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2,223,473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222.35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1305.51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5,439,620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543.96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7,386,788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738.68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1,947,168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194.72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136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5,668,301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566.83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6,232,091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623.21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25.09.2026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81,555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-79,348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-7.93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12,767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-19,460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39.62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64,676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-55,642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379,202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-128,218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-12.82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74.73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296.28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3,805,865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380.59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843,070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84.31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128.46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183,938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51,671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139.07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140,407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-382,436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-38.24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26.85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105,095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-202,748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-20.27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34.14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40,372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25,991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-14,381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64.38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5,681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-48,021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10.58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71,111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-26,389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72.93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147,126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-163,786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-16.38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25.09.2026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112,585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-203,148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-20.31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35.66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5,634,879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563.49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5,135,999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513.60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-498,880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-49.89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91.15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2C230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25.09.2026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1,045,531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457,028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45.70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588,503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43.71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56.29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21,238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18,994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52.79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18,459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112,133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3,844,908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384.49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-727,393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-72.74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123.33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-23.33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130.10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794,366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79.44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506,643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