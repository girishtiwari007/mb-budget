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SEP 2026 | H column: actual expenditure up to SEP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SEP 2026 | uploaded 2026-10-01T11:01:41+05:30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29,999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290,762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328,429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1,804,451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180.45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2,122,627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212.26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318,176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1,486,275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148.63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2,033,590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203.36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932,422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93.24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-150,390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995,067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99.51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676,790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1,015,079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101.51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338,288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338,502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1,029,975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1,163,224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133,249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896,726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89.67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1,095,173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1,676,283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167.63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2,316,412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640,129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1,036,154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103.62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1,911,829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191.18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2,214,383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2,600,978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386,595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1,827,788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2,518,387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251.84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5,803,603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580.36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5,756,378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575.64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-47,225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5,850,828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585.08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6,335,607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633.56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696,416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69.64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1,052,451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105.25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356,035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941,967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94.20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497,319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528,378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466,260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492,890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645,534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639,713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63.97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-5,820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651,354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65.14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601,940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60.19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16,297,936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1629.79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18,328,032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1832.80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2,030,096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203.01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14,267,841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1426.78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18,057,566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1805.76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1,591,631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1,598,154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159.82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-24402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-1,604,676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-12201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1,665,478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166.55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SEP 2026 | uploaded 2026-10-01T11:01:41+05:30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3,353,204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3,689,447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368.94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336,242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3,016,962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3,647,498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2,050,226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205.02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2,354,387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304,160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1,746,066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174.61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2,141,360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214.14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142,544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-142,472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-14.25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288,231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28.82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388,099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405,401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17,302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370,797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399,203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248,304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259,448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237,161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251,457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340,098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437,059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96,960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243,138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394,125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38,650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59,779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21,129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17,521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79,687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104,956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147,747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42,790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62,166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142,048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263,916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318,467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54,551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209,365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316,696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31.67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8,024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13,236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2,812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13,798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154,040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265,202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111,162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42,879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259,486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189,709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384,936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195,227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-5,518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367,469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7,281,774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728.18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8,335,181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1,053,408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105.34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6,228,366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622.84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8,301,058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830.11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SEP 2026 | uploaded 2026-10-01T11:01:41+05:30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SEP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 to SEP 2025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534,376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862,766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328,390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205,986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651,647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74,974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79,644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70,303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119,235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11.92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1,939,362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193.94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2,011,062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71,700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1,867,662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1,980,644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198.06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1,627,155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162.72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2,013,588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201.36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386,433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1,240,722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124.07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1,835,153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183.52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2,351,678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235.17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363,737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2,599,753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259.98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6,527,544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652.75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7,682,475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768.25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1,154,930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115.49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5,372,614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537.26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7,186,432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718.64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81,555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-19,460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3,805,865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843,070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183,938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-382,436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-26,389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-163,786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5,135,999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513.60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-498,880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-49.89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91.15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457,028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3,844,908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-727,393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794,366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