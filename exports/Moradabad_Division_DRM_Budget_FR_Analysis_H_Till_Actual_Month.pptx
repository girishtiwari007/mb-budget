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AUG 2026 | H column: actual expenditure up to AUG 2025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AUG 2026 | uploaded 2026-09-01T16:12:23+05:30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49"/>
                <a:gridCol w="1222201"/>
                <a:gridCol w="745749"/>
                <a:gridCol w="111862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294,025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347,497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1,779,391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275,682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1,829,511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56.40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882,060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88.21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318,068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471,521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85.83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987,240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98.72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1,072,710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107.27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1,953,133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195.31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556,231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1,399,433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2,193,589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219.36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348,270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2,235,177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223.52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483.63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4,657,805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465.78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-178,531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-17.85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96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6,949,401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694.94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915,762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335,415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477,070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439,544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43.95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25,112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555,094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55.51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758,405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1358.16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15,417,243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1541.72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1,835,630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183.56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114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17,178,630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1717.86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1,578,852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1,584,287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158.43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-29050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-1,591,897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-159.19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-12103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AUG 2026 | uploaded 2026-09-01T16:12:23+05:30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2,794,337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279.43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3,073,272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307.33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278,935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3,633,137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363.31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1,708,522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170.85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1,968,578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260,056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2,131,875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213.19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118,787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-118,706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323,416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337,922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14,506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438,276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43.83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216,618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9,698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279,991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283,415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81,238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17,718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122,506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35,042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279,175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27.92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59,245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248,657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128,367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88,815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90,899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158,091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374,892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216,801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4,526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1456.35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6,068,144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606.81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7,025,593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702.56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957,449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95.74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7,537,954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753.80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AUG 2026 | uploaded 2026-09-01T16:12:23+05:30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445,313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746,612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74.66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301,299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30.13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322,140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62,478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70,596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79,351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1,616,135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161.61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1,504,722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-111,413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93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2,374,002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237.40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1,355,962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1,822,493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466,531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46.65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1,431,817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143.18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1,959,732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2,303,206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230.32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343,474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2,400,150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1305.51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5,439,620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543.96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6,447,629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644.76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1,008,009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100.80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6,607,460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660.75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27.08.2026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77,175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-83,728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-8.37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47.96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10,761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-21,466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33.39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57,023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-63,295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337,625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-169,795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-16.98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66.54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296.28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3,110,796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311.08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148,001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105.00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150,620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113.88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120,775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-402,068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-40.21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23.10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94,918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-212,925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30.83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13,194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10,501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-2,693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79.59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-49,375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8.06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-45,481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53.35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125,269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-185,643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-18.56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40.29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27.08.2026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98,749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9.87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-216,984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-21.70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31.28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5,607,701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560.77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4,250,558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425.06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-1,357,143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-135.71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75.80</a:t>
                      </a:r>
                    </a:p>
                  </a:txBody>
                  <a:tcPr marL="12000" marR="12000" marT="8000" marB="8000">
                    <a:solidFill>
                      <a:srgbClr val="F2C230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27.08.2026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1,018,353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101.84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380,485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637,868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37.36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62.64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24,741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11,290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119,302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11.93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8.65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91.35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311.75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3,175,144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317.51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-57,629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-5.76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101.85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-1.85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668,148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66.81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632,861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51.36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48.64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