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2026-09-11T10:57:00+05:30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2026-09-11T10:57:00+05:30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675.10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2026-09-11T10:57:00+05:30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623.21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