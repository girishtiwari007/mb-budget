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expenditure up to SEP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8,301,058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2026-10-06T10:20:58+05:30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2,305,012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230.50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4,222,533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422.25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7,186,432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718.64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-80,485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379,598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-127,822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4,286,712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428.67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1,323,917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132.39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144.68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55,520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251,247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-271,596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-155,327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113,720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-202,013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5,745,060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574.51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110,181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101.96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494,859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550,672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22,085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18,147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54.89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4,324,735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-1,207,220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-38.72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884,922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416,087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68.02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