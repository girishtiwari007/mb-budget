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19.10.2026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expenditure up to SEP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2026-10-19T14:05:55+05:30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353,512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2,126,374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321,923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1,482,528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1,050,104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373,314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1,192,410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119.24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162,435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867,540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2,344,788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234.48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668,505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1,007,778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2,602,601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1,826,165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7,243,570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724.36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1,439,967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4,363,636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436.36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1,053,707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357,291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529,510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465,128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19,918,321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3,620,384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12,677,552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1,591,127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1,597,650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-24394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2026-10-19T14:05:55+05:30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3,017,284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304,078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1,746,149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405,373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17,274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370,825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8,334,780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1,053,006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6,228,767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8,301,058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2026-10-19T14:05:55+05:30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1,005,406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471,030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63,346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2,320,788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381,426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1,557,936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155.79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2,025,688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202.57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398,533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1,228,622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122.86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3,395,738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1,044,060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1,307,618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8,832,556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883.26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2,305,012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4,222,533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422.25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7,186,432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718.64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19.10.2026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42.74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398,602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78.55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4,376,267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1,413,472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141.35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147.71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142.04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107,120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-200,723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29,430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-10,942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-45,517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15.24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-17,614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-100,992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67.52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19.10.2026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124,015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-191,718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6,006,622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371,743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106.60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19.10.2026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621,086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42.44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25,605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63.64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111,985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4,405,363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-1,287,848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-128.78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-41.31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935,961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365,048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