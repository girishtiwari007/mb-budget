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expenditure up to AUG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2026-09-25T10:56:20+05:30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26.78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150.37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85.83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197.86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202.96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537.93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1358.16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1652.90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1606.69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1514.10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158.35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2026-09-25T10:56:20+05:30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363.46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303.83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170.85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178.96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11.77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28.27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1456.35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606.81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702.11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95.30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754.24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6,751,003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675.10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2026-09-25T10:56:20+05:30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143.02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195.97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222.35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1305.51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543.96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738.68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194.72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566.83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6,232,091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623.21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81,555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-79,348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-19,460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64,676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-55,642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3,805,865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843,070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183,938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51,671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140,407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-382,436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-38.24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105,095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40,372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25,991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-14,381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-48,021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71,111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-26,389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-163,786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-203,148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5,634,879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5,135,999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513.60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-498,880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-49.89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91.15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2C230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1,045,531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457,028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588,503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3,844,908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-727,393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794,366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79.44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