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69.39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399.61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200.01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56.40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85.83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217.16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197.86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58.17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137.39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380.18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494.76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483.63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570.25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1269.07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91.70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145.16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102.56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53.27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1358.16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1652.90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294.74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1606.69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3551.72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-0.20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279.43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307.18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363.46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735.12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444.79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30.26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80.24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76.42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29.43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24.89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52.38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606.81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702.11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95.30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754.24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1601.69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2026-09-05T18:02:11+05:30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129.15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191.65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196.22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411.59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182.41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362.38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195.97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271.54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75.57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198.79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543.96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738.68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194.72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566.83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1430.20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-82,911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-20,426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36.62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-63,029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-143,483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71.72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3,692,699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369.27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729,904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72.99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124.64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114.31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123,038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-399,805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23.53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11,079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183.97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9.55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-37,648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-179,864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-17.99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05.09.2026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103,375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-212,358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32.74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4,896,554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489.66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-711,147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-71.11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87.32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05.09.2026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408,842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609,511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40.15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59.85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3,746,106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374.61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-628,591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-62.86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-20.16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707,656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593,353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45.61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