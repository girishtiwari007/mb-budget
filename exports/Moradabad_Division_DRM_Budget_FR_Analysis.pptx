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AUG 2026 | H column: actual final expenditure FY 2025-26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2026-09-03T13:15:58+05:30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294,025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347,497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693,876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69.39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1,779,391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275,682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1,829,511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3,996,057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399.61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2,000,064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882,060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88.21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318,068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471,521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1,511,638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151.16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987,240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98.72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1,072,710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107.27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2,171,600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217.16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1,953,133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556,231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1,399,433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3,801,767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380.18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2,193,589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348,270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4,947,572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494.76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4,657,805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465.78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-178,531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6,949,401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694.94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12,690,658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1269.07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915,762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477,070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1,451,556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145.16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439,544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25,112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555,094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1,025,571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102.56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1,226,809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122.68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15,417,243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1541.72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1,835,630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183.56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17,178,630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1717.86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35,517,168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3551.72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1,584,287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-29050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-1,591,897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-159.19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-12103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-2,031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-0.20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AUG 2026 | uploaded 2026-09-03T13:15:58+05:30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3,073,272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278,935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3,633,137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363.31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7,351,228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735.12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1,968,578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260,056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2,131,875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4,447,868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444.79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302,570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30.26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337,922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14,506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438,276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43.83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802,369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80.24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9,698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279,991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509,846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50.98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764,171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76.42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106,223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122,506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294,342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279,175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27.92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59,245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248,657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519,754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88,815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523,752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52.38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374,892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216,801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4,526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374,596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37.46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6,068,144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606.81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7,025,593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702.56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957,449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95.74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7,537,954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753.80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16,016,890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1601.69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AUG 2026 | uploaded 2026-09-03T13:15:58+05:30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746,612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301,299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322,140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1,291,487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129.15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70,596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164,506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1,504,722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-111,413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93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2,374,002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237.40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4,115,874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411.59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1,822,493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466,531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46.65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1,431,817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3,623,756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362.38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2,303,206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343,474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2,400,150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5,106,358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5,439,620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543.96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6,447,629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644.76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1,008,009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100.80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6,607,460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660.75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14,301,981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1430.20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27.08.2026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77,175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-83,728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-8.37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47.96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-21,466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57,023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-63,295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337,625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-169,795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66.54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3,110,796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148,001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105.00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150,620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113.88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120,775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-402,068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23.10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94,918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-212,925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30.83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10,501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-2,693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79.59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8.06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-45,481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53.35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125,269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-185,643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-18.56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40.29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27.08.2026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98,749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-216,984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-21.70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31.28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4,250,558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425.06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-1,357,143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-135.71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75.80</a:t>
                      </a:r>
                    </a:p>
                  </a:txBody>
                  <a:tcPr marL="12000" marR="12000" marT="8000" marB="8000">
                    <a:solidFill>
                      <a:srgbClr val="F2C230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27.08.2026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380,485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637,868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37.36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62.64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11,290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119,302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8.65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91.35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3,175,144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317.51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-57,629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101.85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-1.85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668,148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632,861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51.36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48.64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