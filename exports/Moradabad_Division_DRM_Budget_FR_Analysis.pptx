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445,441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-323,855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24,320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-4,678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-94,949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4,854,516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485.45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861,394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86.14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573,697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4,351,696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435.17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865,401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37087"/>
                <a:gridCol w="3152139"/>
                <a:gridCol w="1660639"/>
                <a:gridCol w="1660639"/>
                <a:gridCol w="1814402"/>
                <a:gridCol w="1107094"/>
              </a:tblGrid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49,143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-26,938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16.41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-70,649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-187,144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3,020,618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101.95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135,953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102.79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117,717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-405,126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22.51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84,759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-223,084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-22.31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-9,565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116,587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-194,325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-235,224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4,023,616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402.36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-1,584,085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-158.41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71.75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25047"/>
                <a:gridCol w="2045485"/>
                <a:gridCol w="2045485"/>
                <a:gridCol w="1988666"/>
                <a:gridCol w="1363657"/>
                <a:gridCol w="1363660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301,883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716,470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92.15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3,103,250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99.54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594,201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706,808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