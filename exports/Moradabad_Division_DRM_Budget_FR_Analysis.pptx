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379,598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-127,822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4,286,712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428.67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1,323,917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-271,596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-155,327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5,745,060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574.51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110,181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101.96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494,859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550,672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4,324,735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-1,207,220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884,922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416,087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