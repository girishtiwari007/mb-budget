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73" d="100"/>
          <a:sy n="73" d="100"/>
        </p:scale>
        <p:origin x="998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 dirty="0">
                <a:solidFill>
                  <a:srgbClr val="22A7D8"/>
                </a:solidFill>
                <a:latin typeface="Times New Roman"/>
              </a:rPr>
              <a:t>Demand SMH Wise - AUG 2026 |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852349"/>
              </p:ext>
            </p:extLst>
          </p:nvPr>
        </p:nvGraphicFramePr>
        <p:xfrm>
          <a:off x="130000" y="670000"/>
          <a:ext cx="11932000" cy="5818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3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8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8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222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5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2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45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186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>
                        <a:rPr dirty="0"/>
                      </a:b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>
                        <a:rPr dirty="0"/>
                      </a:b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 dirty="0">
                <a:solidFill>
                  <a:srgbClr val="22A7D8"/>
                </a:solidFill>
                <a:latin typeface="Times New Roman"/>
              </a:rPr>
              <a:t>PU Wise - Staff -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2508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11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9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11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3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18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 dirty="0">
                <a:solidFill>
                  <a:srgbClr val="22A7D8"/>
                </a:solidFill>
                <a:latin typeface="Times New Roman"/>
              </a:rPr>
              <a:t>PU Wise - Non-Staff Part 1 - AUG 2026 |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79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11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9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11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3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18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65428"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135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7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7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7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27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18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577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271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79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7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7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7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27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18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577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009666"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9666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9666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9666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9666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9666"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5000" rIns="50000" bIns="25000" anchor="ctr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6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7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40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40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61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25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212</TotalTime>
  <Words>2163</Words>
  <Application>Microsoft Office PowerPoint</Application>
  <PresentationFormat>Widescreen</PresentationFormat>
  <Paragraphs>531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girish</cp:lastModifiedBy>
  <cp:revision>30</cp:revision>
  <dcterms:created xsi:type="dcterms:W3CDTF">2026-07-10T14:38:31Z</dcterms:created>
  <dcterms:modified xsi:type="dcterms:W3CDTF">2026-09-05T13:06:23Z</dcterms:modified>
</cp:coreProperties>
</file>