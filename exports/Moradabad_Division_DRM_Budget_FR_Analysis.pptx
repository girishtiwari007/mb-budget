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4" autoAdjust="0"/>
    <p:restoredTop sz="94947" autoAdjust="0"/>
  </p:normalViewPr>
  <p:slideViewPr>
    <p:cSldViewPr snapToGrid="0">
      <p:cViewPr varScale="1">
        <p:scale>
          <a:sx n="85" d="100"/>
          <a:sy n="85" d="100"/>
        </p:scale>
        <p:origin x="774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Accounts Dept | FY 2026-2027 | DRM Budget &amp; FR Analysis | Completed JUN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Demand SMH Wise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9655"/>
                <a:gridCol w="2307624"/>
                <a:gridCol w="1215724"/>
                <a:gridCol w="1215724"/>
                <a:gridCol w="1215724"/>
                <a:gridCol w="1328291"/>
                <a:gridCol w="810482"/>
                <a:gridCol w="1328291"/>
                <a:gridCol w="810485"/>
              </a:tblGrid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JUN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JUN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160,380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16.04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176,884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16,504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464,638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46.46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902,226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90.22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1,105,970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203,744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123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2,502,932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250.29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466,211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46.62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273,692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27.37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-192,519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-19.25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1,591,151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159.12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338,395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33.84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597,993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59.80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259,598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25.96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755,588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75.56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514,988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51.50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601,809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60.18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86,822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1,458,141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145.81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838,142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83.81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1,217,145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121.71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379,004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37.90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145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2,135,421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213.54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1,107,192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110.72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1,324,129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132.41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216,938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3,104,637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310.46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2,901,802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290.18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3,481,716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348.17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579,914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57.99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8,125,490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812.55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348,208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34.82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670,965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67.10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322,757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193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721,867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72.19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248,660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24.87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260,994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26.10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12,334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733,644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73.36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322,767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318,731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-4,036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972,336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97.23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8,148,968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814.90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10,030,028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1003.00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1,881,060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188.11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123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22,565,845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2256.58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31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-3,261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1,463,486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146.35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1,466,747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146.67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-44875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-1,476,531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-147.65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-11219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Wise - Staff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31392"/>
                <a:gridCol w="1460547"/>
                <a:gridCol w="1460547"/>
                <a:gridCol w="1460547"/>
                <a:gridCol w="1595783"/>
                <a:gridCol w="973698"/>
                <a:gridCol w="1595783"/>
                <a:gridCol w="973703"/>
              </a:tblGrid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JUN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JUN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1,676,602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167.66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1,830,978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183.10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154,376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15.44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4,875,431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487.54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1,025,113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102.51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1,188,851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118.89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163,738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16.37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2,911,602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291.16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29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71,272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-71,191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-7.12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194,050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19.40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201,303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20.13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7,254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574,895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57.49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124,152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12.42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130,168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6,016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366,441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36.64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170,049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218,804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21.88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48,755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129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461,393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46.14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19,325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43,958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24,633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227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33,342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52,478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73,688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21,210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140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136,225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131,958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115,964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-15,994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411,868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41.19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4,012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5,394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1,382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10,654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77,020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130,831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53,811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177,250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94,854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318,899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31.89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224,044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22.40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336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60,519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84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3,640,887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364.09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4,258,919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425.89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618,032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61.80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117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10,304,628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1030.46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29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Wise - Non-Staff Part 1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31392"/>
                <a:gridCol w="1460547"/>
                <a:gridCol w="1460547"/>
                <a:gridCol w="1460547"/>
                <a:gridCol w="1595783"/>
                <a:gridCol w="973698"/>
                <a:gridCol w="1595783"/>
                <a:gridCol w="973703"/>
              </a:tblGrid>
              <a:tr h="84257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JUN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JUN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4257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267,188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26.72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588,298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321,110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32.11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220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480,454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48.05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55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4257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37,487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3.75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42,862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4.29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5,375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114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107,085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10.71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29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4257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969,681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96.97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1,014,183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101.42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44,502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4.45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105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2,864,541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286.45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26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4257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813,578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81.36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966,861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96.69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153,284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15.33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119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2,287,449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228.74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30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4257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1,175,839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117.58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631,235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63.12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154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2,896,282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289.63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38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4257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3,263,772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326.38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4,419,278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441.93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1,155,506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115.55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135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8,635,811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863.58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34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Open Line FR Report (Rows 1-16)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98814"/>
                <a:gridCol w="3104587"/>
                <a:gridCol w="1635587"/>
                <a:gridCol w="1635587"/>
                <a:gridCol w="1787030"/>
                <a:gridCol w="1090395"/>
              </a:tblGrid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26,747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-134,156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-13.42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16.62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3,375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-28,852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-2.89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10.47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45,115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-75,203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-7.52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37.50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280,081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28.01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-227,339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-22.73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55.20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2,309,920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230.99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-652,875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-65.29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77.96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117,471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-14,796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88.81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83,786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-439,057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-43.91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16.03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77,718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7.77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-230,125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-23.01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25.25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1,919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-11,275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14.54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2,426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0.24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-51,276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-5.13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22,047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-75,453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-7.55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125,504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-185,408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-18.54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40.37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71,352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-244,381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-24.44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22.60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Open Line FR Report (Rows 17-18)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98814"/>
                <a:gridCol w="3104587"/>
                <a:gridCol w="1635587"/>
                <a:gridCol w="1635587"/>
                <a:gridCol w="1787030"/>
                <a:gridCol w="1090395"/>
              </a:tblGrid>
              <a:tr h="19660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9660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9660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3,167,461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316.75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-2,440,240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-244.02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56.48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Open Line FR Fund Wise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77904"/>
                <a:gridCol w="2014628"/>
                <a:gridCol w="2014628"/>
                <a:gridCol w="1958666"/>
                <a:gridCol w="1343085"/>
                <a:gridCol w="1343089"/>
              </a:tblGrid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262,411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26.24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755,942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75.59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25.77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74.23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12,646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27,586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2.76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31.43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68.57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8,107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122,485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6.21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93.79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2,386,001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238.60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731,514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73.15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76.54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23.46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498,296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49.83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802,713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80.27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38.30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61.70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198</TotalTime>
  <Words>1463</Words>
  <Application>Microsoft Office PowerPoint</Application>
  <PresentationFormat>Widescreen</PresentationFormat>
  <Paragraphs>677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Demand / SMH Wise</vt:lpstr>
      <vt:lpstr>PU Wise – Staff (Part 1)</vt:lpstr>
      <vt:lpstr>PU Wise ( Staff) Part 2</vt:lpstr>
      <vt:lpstr>PU Wise - NON-STAFF Part 1</vt:lpstr>
      <vt:lpstr>OPEN LINE FR Report </vt:lpstr>
      <vt:lpstr>OPEN LINE FR – Fund Wise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27</cp:revision>
  <dcterms:created xsi:type="dcterms:W3CDTF">2026-07-10T14:38:31Z</dcterms:created>
  <dcterms:modified xsi:type="dcterms:W3CDTF">2026-07-15T06:07:39Z</dcterms:modified>
</cp:coreProperties>
</file>