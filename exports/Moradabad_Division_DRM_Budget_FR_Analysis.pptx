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37087"/>
                <a:gridCol w="3152139"/>
                <a:gridCol w="1660639"/>
                <a:gridCol w="1660639"/>
                <a:gridCol w="1814402"/>
                <a:gridCol w="1107094"/>
              </a:tblGrid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18842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25047"/>
                <a:gridCol w="2045485"/>
                <a:gridCol w="2045485"/>
                <a:gridCol w="1988666"/>
                <a:gridCol w="1363657"/>
                <a:gridCol w="1363660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