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2026-08-31T12:33:38+05:30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236,563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404,959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1,473,830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295,846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2,135,072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765,059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351,099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838,163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1,221,787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122.18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1,617,389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400,117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1,782,151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270,960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2,646,615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4,605,644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743,339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7,001,562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700.16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810,746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582,086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13,694,023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1369.40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2,340,467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234.05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18,901,850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1890.18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1,569,443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2026-08-31T12:33:38+05:30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2,453,873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204,809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4,252,536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2,520,917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269,887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506,311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22,518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5,714,618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618,639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8,848,929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884.89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2026-08-31T12:33:38+05:30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737,391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386,669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331,361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86,860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1,415,221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2,463,503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246.35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1,686,250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168.62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1,568,060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764,774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6,205,155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620.52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1,536,680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153.67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6,849,934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684.99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