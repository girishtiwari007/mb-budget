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1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3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4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5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6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7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8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29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0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1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3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68.98</c:v>
                </c:pt>
                <c:pt idx="1">
                  <c:v>67.24</c:v>
                </c:pt>
                <c:pt idx="2">
                  <c:v>64.15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8E-4F94-8B29-18AA15434661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62.58</c:v>
                </c:pt>
                <c:pt idx="1">
                  <c:v>62.26</c:v>
                </c:pt>
                <c:pt idx="2">
                  <c:v>26.73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8E-4F94-8B29-18AA15434661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62.09</c:v>
                </c:pt>
                <c:pt idx="1">
                  <c:v>69.39</c:v>
                </c:pt>
                <c:pt idx="2">
                  <c:v>29.41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8E-4F94-8B29-18AA15434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9050224"/>
        <c:axId val="399057784"/>
      </c:lineChart>
      <c:catAx>
        <c:axId val="39905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9057784"/>
        <c:crosses val="autoZero"/>
        <c:auto val="1"/>
        <c:lblAlgn val="ctr"/>
        <c:lblOffset val="100"/>
        <c:noMultiLvlLbl val="0"/>
      </c:catAx>
      <c:valAx>
        <c:axId val="399057784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9050224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90.0</c:v>
                </c:pt>
                <c:pt idx="1">
                  <c:v>103.2</c:v>
                </c:pt>
                <c:pt idx="2">
                  <c:v>45.8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5B-4490-AE3D-A82F1BF7032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99.2</c:v>
                </c:pt>
                <c:pt idx="1">
                  <c:v>111.4</c:v>
                </c:pt>
                <c:pt idx="2">
                  <c:v>110.0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5B-4490-AE3D-A82F1BF70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218424"/>
        <c:axId val="401218784"/>
      </c:lineChart>
      <c:catAx>
        <c:axId val="401218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218784"/>
        <c:crosses val="autoZero"/>
        <c:auto val="1"/>
        <c:lblAlgn val="ctr"/>
        <c:lblOffset val="100"/>
        <c:noMultiLvlLbl val="0"/>
      </c:catAx>
      <c:valAx>
        <c:axId val="401218784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218424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367.33</c:v>
                </c:pt>
                <c:pt idx="1">
                  <c:v>385.84</c:v>
                </c:pt>
                <c:pt idx="2">
                  <c:v>360.89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3A-417E-A409-0E137710F1A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334.48</c:v>
                </c:pt>
                <c:pt idx="1">
                  <c:v>354.94</c:v>
                </c:pt>
                <c:pt idx="2">
                  <c:v>150.37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3A-417E-A409-0E137710F1A7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386.41</c:v>
                </c:pt>
                <c:pt idx="1">
                  <c:v>399.61</c:v>
                </c:pt>
                <c:pt idx="2">
                  <c:v>178.13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3A-417E-A409-0E137710F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201616"/>
        <c:axId val="404201976"/>
      </c:lineChart>
      <c:catAx>
        <c:axId val="404201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201976"/>
        <c:crosses val="autoZero"/>
        <c:auto val="1"/>
        <c:lblAlgn val="ctr"/>
        <c:lblOffset val="100"/>
        <c:noMultiLvlLbl val="0"/>
      </c:catAx>
      <c:valAx>
        <c:axId val="404201976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201616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105.2</c:v>
                </c:pt>
                <c:pt idx="1">
                  <c:v>103.6</c:v>
                </c:pt>
                <c:pt idx="2">
                  <c:v>49.4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09-4945-804A-15C18409EFC5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115.5</c:v>
                </c:pt>
                <c:pt idx="1">
                  <c:v>112.6</c:v>
                </c:pt>
                <c:pt idx="2">
                  <c:v>118.5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09-4945-804A-15C18409E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5968"/>
        <c:axId val="402258048"/>
      </c:lineChart>
      <c:catAx>
        <c:axId val="402265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58048"/>
        <c:crosses val="autoZero"/>
        <c:auto val="1"/>
        <c:lblAlgn val="ctr"/>
        <c:lblOffset val="100"/>
        <c:noMultiLvlLbl val="0"/>
      </c:catAx>
      <c:valAx>
        <c:axId val="40225804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596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232.05</c:v>
                </c:pt>
                <c:pt idx="1">
                  <c:v>215.84</c:v>
                </c:pt>
                <c:pt idx="2">
                  <c:v>186.48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94-4E3A-A290-FDAD7E865678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222.21</c:v>
                </c:pt>
                <c:pt idx="1">
                  <c:v>183.07</c:v>
                </c:pt>
                <c:pt idx="2">
                  <c:v>77.70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94-4E3A-A290-FDAD7E865678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255.56</c:v>
                </c:pt>
                <c:pt idx="1">
                  <c:v>200.01</c:v>
                </c:pt>
                <c:pt idx="2">
                  <c:v>78.20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94-4E3A-A290-FDAD7E865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16880"/>
        <c:axId val="404820120"/>
      </c:lineChart>
      <c:catAx>
        <c:axId val="4048168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0120"/>
        <c:crosses val="autoZero"/>
        <c:auto val="1"/>
        <c:lblAlgn val="ctr"/>
        <c:lblOffset val="100"/>
        <c:noMultiLvlLbl val="0"/>
      </c:catAx>
      <c:valAx>
        <c:axId val="40482012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1688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110.1</c:v>
                </c:pt>
                <c:pt idx="1">
                  <c:v>92.7</c:v>
                </c:pt>
                <c:pt idx="2">
                  <c:v>41.9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97-486B-860C-F1ABFB85BDAE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115.0</c:v>
                </c:pt>
                <c:pt idx="1">
                  <c:v>109.3</c:v>
                </c:pt>
                <c:pt idx="2">
                  <c:v>100.6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697-486B-860C-F1ABFB85B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5608"/>
        <c:axId val="402263448"/>
      </c:lineChart>
      <c:catAx>
        <c:axId val="4022656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3448"/>
        <c:crosses val="autoZero"/>
        <c:auto val="1"/>
        <c:lblAlgn val="ctr"/>
        <c:lblOffset val="100"/>
        <c:noMultiLvlLbl val="0"/>
      </c:catAx>
      <c:valAx>
        <c:axId val="40226344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56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117.92</c:v>
                </c:pt>
                <c:pt idx="1">
                  <c:v>82.98</c:v>
                </c:pt>
                <c:pt idx="2">
                  <c:v>135.36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30-42F4-963F-A5C1902B9B35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111.97</c:v>
                </c:pt>
                <c:pt idx="1">
                  <c:v>97.55</c:v>
                </c:pt>
                <c:pt idx="2">
                  <c:v>56.40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30-42F4-963F-A5C1902B9B35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155.14</c:v>
                </c:pt>
                <c:pt idx="1">
                  <c:v>151.16</c:v>
                </c:pt>
                <c:pt idx="2">
                  <c:v>91.11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30-42F4-963F-A5C1902B9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31280"/>
        <c:axId val="404831640"/>
      </c:lineChart>
      <c:catAx>
        <c:axId val="404831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1640"/>
        <c:crosses val="autoZero"/>
        <c:auto val="1"/>
        <c:lblAlgn val="ctr"/>
        <c:lblOffset val="100"/>
        <c:noMultiLvlLbl val="0"/>
      </c:catAx>
      <c:valAx>
        <c:axId val="40483164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128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131.6</c:v>
                </c:pt>
                <c:pt idx="1">
                  <c:v>182.2</c:v>
                </c:pt>
                <c:pt idx="2">
                  <c:v>67.3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C1-4ED1-B383-A0FFC915FCE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138.6</c:v>
                </c:pt>
                <c:pt idx="1">
                  <c:v>155.0</c:v>
                </c:pt>
                <c:pt idx="2">
                  <c:v>161.6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C1-4ED1-B383-A0FFC915F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0208"/>
        <c:axId val="402263088"/>
      </c:lineChart>
      <c:catAx>
        <c:axId val="402260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3088"/>
        <c:crosses val="autoZero"/>
        <c:auto val="1"/>
        <c:lblAlgn val="ctr"/>
        <c:lblOffset val="100"/>
        <c:noMultiLvlLbl val="0"/>
      </c:catAx>
      <c:valAx>
        <c:axId val="40226308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02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203.31</c:v>
                </c:pt>
                <c:pt idx="1">
                  <c:v>231.82</c:v>
                </c:pt>
                <c:pt idx="2">
                  <c:v>206.00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63-4594-AC1F-E104EC61B15F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190.44</c:v>
                </c:pt>
                <c:pt idx="1">
                  <c:v>213.91</c:v>
                </c:pt>
                <c:pt idx="2">
                  <c:v>85.83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63-4594-AC1F-E104EC61B15F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199.62</c:v>
                </c:pt>
                <c:pt idx="1">
                  <c:v>217.16</c:v>
                </c:pt>
                <c:pt idx="2">
                  <c:v>99.50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63-4594-AC1F-E104EC61B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9312"/>
        <c:axId val="401978592"/>
      </c:lineChart>
      <c:catAx>
        <c:axId val="401979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8592"/>
        <c:crosses val="autoZero"/>
        <c:auto val="1"/>
        <c:lblAlgn val="ctr"/>
        <c:lblOffset val="100"/>
        <c:noMultiLvlLbl val="0"/>
      </c:catAx>
      <c:valAx>
        <c:axId val="40197859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931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98.2</c:v>
                </c:pt>
                <c:pt idx="1">
                  <c:v>93.7</c:v>
                </c:pt>
                <c:pt idx="2">
                  <c:v>48.3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B3-448A-B1CE-DADF3EEAC1B8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104.8</c:v>
                </c:pt>
                <c:pt idx="1">
                  <c:v>101.5</c:v>
                </c:pt>
                <c:pt idx="2">
                  <c:v>115.9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B3-448A-B1CE-DADF3EEAC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0672"/>
        <c:axId val="401968872"/>
      </c:lineChart>
      <c:catAx>
        <c:axId val="401970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8872"/>
        <c:crosses val="autoZero"/>
        <c:auto val="1"/>
        <c:lblAlgn val="ctr"/>
        <c:lblOffset val="100"/>
        <c:noMultiLvlLbl val="0"/>
      </c:catAx>
      <c:valAx>
        <c:axId val="40196887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067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353.49</c:v>
                </c:pt>
                <c:pt idx="1">
                  <c:v>346.54</c:v>
                </c:pt>
                <c:pt idx="2">
                  <c:v>335.26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5B-40AC-951E-DFBC4B75A63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324.82</c:v>
                </c:pt>
                <c:pt idx="1">
                  <c:v>304.95</c:v>
                </c:pt>
                <c:pt idx="2">
                  <c:v>139.69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5B-40AC-951E-DFBC4B75A63D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373.91</c:v>
                </c:pt>
                <c:pt idx="1">
                  <c:v>380.18</c:v>
                </c:pt>
                <c:pt idx="2">
                  <c:v>197.86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5B-40AC-951E-DFBC4B75A6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30920"/>
        <c:axId val="404826600"/>
      </c:lineChart>
      <c:catAx>
        <c:axId val="404830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6600"/>
        <c:crosses val="autoZero"/>
        <c:auto val="1"/>
        <c:lblAlgn val="ctr"/>
        <c:lblOffset val="100"/>
        <c:noMultiLvlLbl val="0"/>
      </c:catAx>
      <c:valAx>
        <c:axId val="40482660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09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105.8</c:v>
                </c:pt>
                <c:pt idx="1">
                  <c:v>109.7</c:v>
                </c:pt>
                <c:pt idx="2">
                  <c:v>59.0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D5-4F5F-8AC3-8FA75FC10A2E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115.1</c:v>
                </c:pt>
                <c:pt idx="1">
                  <c:v>124.7</c:v>
                </c:pt>
                <c:pt idx="2">
                  <c:v>141.6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D5-4F5F-8AC3-8FA75FC10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62752"/>
        <c:axId val="401961312"/>
      </c:lineChart>
      <c:catAx>
        <c:axId val="4019627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1312"/>
        <c:crosses val="autoZero"/>
        <c:auto val="1"/>
        <c:lblAlgn val="ctr"/>
        <c:lblOffset val="100"/>
        <c:noMultiLvlLbl val="0"/>
      </c:catAx>
      <c:valAx>
        <c:axId val="40196131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275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454.11</c:v>
                </c:pt>
                <c:pt idx="1">
                  <c:v>469.25</c:v>
                </c:pt>
                <c:pt idx="2">
                  <c:v>442.88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01-40C5-9AE4-907025A415CC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419.83</c:v>
                </c:pt>
                <c:pt idx="1">
                  <c:v>430.15</c:v>
                </c:pt>
                <c:pt idx="2">
                  <c:v>184.53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01-40C5-9AE4-907025A415CC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488.21</c:v>
                </c:pt>
                <c:pt idx="1">
                  <c:v>494.76</c:v>
                </c:pt>
                <c:pt idx="2">
                  <c:v>219.29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01-40C5-9AE4-907025A41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4440"/>
        <c:axId val="404820480"/>
      </c:lineChart>
      <c:catAx>
        <c:axId val="40482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0480"/>
        <c:crosses val="autoZero"/>
        <c:auto val="1"/>
        <c:lblAlgn val="ctr"/>
        <c:lblOffset val="100"/>
        <c:noMultiLvlLbl val="0"/>
      </c:catAx>
      <c:valAx>
        <c:axId val="40482048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444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107.5</c:v>
                </c:pt>
                <c:pt idx="1">
                  <c:v>105.4</c:v>
                </c:pt>
                <c:pt idx="2">
                  <c:v>49.5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30-444F-B708-9CC3F7162F4A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116.3</c:v>
                </c:pt>
                <c:pt idx="1">
                  <c:v>115.0</c:v>
                </c:pt>
                <c:pt idx="2">
                  <c:v>118.8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30-444F-B708-9CC3F7162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55552"/>
        <c:axId val="401952672"/>
      </c:lineChart>
      <c:catAx>
        <c:axId val="401955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2672"/>
        <c:crosses val="autoZero"/>
        <c:auto val="1"/>
        <c:lblAlgn val="ctr"/>
        <c:lblOffset val="100"/>
        <c:noMultiLvlLbl val="0"/>
      </c:catAx>
      <c:valAx>
        <c:axId val="40195267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555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1463.83</c:v>
                </c:pt>
                <c:pt idx="1">
                  <c:v>1406.43</c:v>
                </c:pt>
                <c:pt idx="2">
                  <c:v>1160.72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CB-41F5-B98A-AFE5076DA693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1493.81</c:v>
                </c:pt>
                <c:pt idx="1">
                  <c:v>1281.16</c:v>
                </c:pt>
                <c:pt idx="2">
                  <c:v>483.63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CB-41F5-B98A-AFE5076DA693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1429.02</c:v>
                </c:pt>
                <c:pt idx="1">
                  <c:v>1269.07</c:v>
                </c:pt>
                <c:pt idx="2">
                  <c:v>570.25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CB-41F5-B98A-AFE5076DA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532256"/>
        <c:axId val="398530816"/>
      </c:lineChart>
      <c:catAx>
        <c:axId val="398532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8530816"/>
        <c:crosses val="autoZero"/>
        <c:auto val="1"/>
        <c:lblAlgn val="ctr"/>
        <c:lblOffset val="100"/>
        <c:noMultiLvlLbl val="0"/>
      </c:catAx>
      <c:valAx>
        <c:axId val="398530816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398532256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97.6</c:v>
                </c:pt>
                <c:pt idx="1">
                  <c:v>90.2</c:v>
                </c:pt>
                <c:pt idx="2">
                  <c:v>49.1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46-43DF-B6E2-EBD04606A478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95.7</c:v>
                </c:pt>
                <c:pt idx="1">
                  <c:v>99.1</c:v>
                </c:pt>
                <c:pt idx="2">
                  <c:v>117.9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46-43DF-B6E2-EBD04606A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5517048"/>
        <c:axId val="405514528"/>
      </c:lineChart>
      <c:catAx>
        <c:axId val="405517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14528"/>
        <c:crosses val="autoZero"/>
        <c:auto val="1"/>
        <c:lblAlgn val="ctr"/>
        <c:lblOffset val="100"/>
        <c:noMultiLvlLbl val="0"/>
      </c:catAx>
      <c:valAx>
        <c:axId val="40551452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1704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113.20</c:v>
                </c:pt>
                <c:pt idx="1">
                  <c:v>114.44</c:v>
                </c:pt>
                <c:pt idx="2">
                  <c:v>139.28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27-43FD-96C0-4F1F2481A3AF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117.06</c:v>
                </c:pt>
                <c:pt idx="1">
                  <c:v>118.53</c:v>
                </c:pt>
                <c:pt idx="2">
                  <c:v>58.03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27-43FD-96C0-4F1F2481A3AF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128.99</c:v>
                </c:pt>
                <c:pt idx="1">
                  <c:v>145.16</c:v>
                </c:pt>
                <c:pt idx="2">
                  <c:v>91.70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27-43FD-96C0-4F1F2481A3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9120"/>
        <c:axId val="404836320"/>
      </c:lineChart>
      <c:catAx>
        <c:axId val="40482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6320"/>
        <c:crosses val="autoZero"/>
        <c:auto val="1"/>
        <c:lblAlgn val="ctr"/>
        <c:lblOffset val="100"/>
        <c:noMultiLvlLbl val="0"/>
      </c:catAx>
      <c:valAx>
        <c:axId val="40483632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91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114.0</c:v>
                </c:pt>
                <c:pt idx="1">
                  <c:v>126.8</c:v>
                </c:pt>
                <c:pt idx="2">
                  <c:v>65.8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F-4210-83D2-8E21D90905CE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110.2</c:v>
                </c:pt>
                <c:pt idx="1">
                  <c:v>122.5</c:v>
                </c:pt>
                <c:pt idx="2">
                  <c:v>158.0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F-4210-83D2-8E21D9090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5499408"/>
        <c:axId val="405502648"/>
      </c:lineChart>
      <c:catAx>
        <c:axId val="405499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02648"/>
        <c:crosses val="autoZero"/>
        <c:auto val="1"/>
        <c:lblAlgn val="ctr"/>
        <c:lblOffset val="100"/>
        <c:noMultiLvlLbl val="0"/>
      </c:catAx>
      <c:valAx>
        <c:axId val="40550264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4994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100.52</c:v>
                </c:pt>
                <c:pt idx="1">
                  <c:v>95.84</c:v>
                </c:pt>
                <c:pt idx="2">
                  <c:v>99.46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2F-403D-927F-AEDB465A9086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93.07</c:v>
                </c:pt>
                <c:pt idx="1">
                  <c:v>90.63</c:v>
                </c:pt>
                <c:pt idx="2">
                  <c:v>41.44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2F-403D-927F-AEDB465A9086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101.56</c:v>
                </c:pt>
                <c:pt idx="1">
                  <c:v>102.56</c:v>
                </c:pt>
                <c:pt idx="2">
                  <c:v>44.18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2F-403D-927F-AEDB465A9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0312"/>
        <c:axId val="401971032"/>
      </c:lineChart>
      <c:catAx>
        <c:axId val="401970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1032"/>
        <c:crosses val="autoZero"/>
        <c:auto val="1"/>
        <c:lblAlgn val="ctr"/>
        <c:lblOffset val="100"/>
        <c:noMultiLvlLbl val="0"/>
      </c:catAx>
      <c:valAx>
        <c:axId val="40197103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031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101.0</c:v>
                </c:pt>
                <c:pt idx="1">
                  <c:v>107.0</c:v>
                </c:pt>
                <c:pt idx="2">
                  <c:v>44.4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98-4335-9CF5-E872E43B8DF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109.1</c:v>
                </c:pt>
                <c:pt idx="1">
                  <c:v>113.2</c:v>
                </c:pt>
                <c:pt idx="2">
                  <c:v>106.6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98-4335-9CF5-E872E43B8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2269928"/>
        <c:axId val="402270288"/>
      </c:lineChart>
      <c:catAx>
        <c:axId val="40226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70288"/>
        <c:crosses val="autoZero"/>
        <c:auto val="1"/>
        <c:lblAlgn val="ctr"/>
        <c:lblOffset val="100"/>
        <c:noMultiLvlLbl val="0"/>
      </c:catAx>
      <c:valAx>
        <c:axId val="40227028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226992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OBA / BP / AE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112.99</c:v>
                </c:pt>
                <c:pt idx="1">
                  <c:v>130.56</c:v>
                </c:pt>
                <c:pt idx="2">
                  <c:v>129.11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86-4C72-A387-8DE541B46E7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110.54</c:v>
                </c:pt>
                <c:pt idx="1">
                  <c:v>96.93</c:v>
                </c:pt>
                <c:pt idx="2">
                  <c:v>53.79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86-4C72-A387-8DE541B46E77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AE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110.64</c:v>
                </c:pt>
                <c:pt idx="1">
                  <c:v>122.68</c:v>
                </c:pt>
                <c:pt idx="2">
                  <c:v>53.27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86-4C72-A387-8DE541B46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5504808"/>
        <c:axId val="405508768"/>
      </c:lineChart>
      <c:catAx>
        <c:axId val="405504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08768"/>
        <c:crosses val="autoZero"/>
        <c:auto val="1"/>
        <c:lblAlgn val="ctr"/>
        <c:lblOffset val="100"/>
        <c:noMultiLvlLbl val="0"/>
      </c:catAx>
      <c:valAx>
        <c:axId val="405508768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5504808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Utilization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OBA Utilization %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97.9</c:v>
                </c:pt>
                <c:pt idx="1">
                  <c:v>94.0</c:v>
                </c:pt>
                <c:pt idx="2">
                  <c:v>41.3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D6-481E-A0F0-F3392499FC1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BP Utilization %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ChartData!$A$2:$A$4</c:f>
              <c:strCache>
                <c:ptCount val="3"/>
                <c:pt idx="0">
                  <c:v>2024-25</c:v>
                </c:pt>
                <c:pt idx="1">
                  <c:v>2025-26</c:v>
                </c:pt>
                <c:pt idx="2">
                  <c:v>2026-27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100.1</c:v>
                </c:pt>
                <c:pt idx="1">
                  <c:v>126.6</c:v>
                </c:pt>
                <c:pt idx="2">
                  <c:v>99.0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D6-481E-A0F0-F3392499F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7680"/>
        <c:axId val="404828400"/>
      </c:lineChart>
      <c:catAx>
        <c:axId val="404827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8400"/>
        <c:crosses val="autoZero"/>
        <c:auto val="1"/>
        <c:lblAlgn val="ctr"/>
        <c:lblOffset val="100"/>
        <c:noMultiLvlLbl val="0"/>
      </c:catAx>
      <c:valAx>
        <c:axId val="40482840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768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6.33</c:v>
                </c:pt>
                <c:pt idx="1">
                  <c:v>6.12</c:v>
                </c:pt>
                <c:pt idx="2">
                  <c:v>6.68</c:v>
                </c:pt>
                <c:pt idx="3">
                  <c:v>6.52</c:v>
                </c:pt>
                <c:pt idx="4">
                  <c:v>6.26</c:v>
                </c:pt>
                <c:pt idx="5">
                  <c:v>6.42</c:v>
                </c:pt>
                <c:pt idx="6">
                  <c:v>6.47</c:v>
                </c:pt>
                <c:pt idx="7">
                  <c:v>6.52</c:v>
                </c:pt>
                <c:pt idx="8">
                  <c:v>6.35</c:v>
                </c:pt>
                <c:pt idx="9">
                  <c:v>6.10</c:v>
                </c:pt>
                <c:pt idx="10">
                  <c:v>6.45</c:v>
                </c:pt>
                <c:pt idx="11">
                  <c:v>5.95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FF-43C5-82C3-73FA7ABD844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6.52</c:v>
                </c:pt>
                <c:pt idx="1">
                  <c:v>6.25</c:v>
                </c:pt>
                <c:pt idx="2">
                  <c:v>6.37</c:v>
                </c:pt>
                <c:pt idx="3">
                  <c:v>6.98</c:v>
                </c:pt>
                <c:pt idx="4">
                  <c:v>6.71</c:v>
                </c:pt>
                <c:pt idx="5">
                  <c:v>6.58</c:v>
                </c:pt>
                <c:pt idx="6">
                  <c:v>6.24</c:v>
                </c:pt>
                <c:pt idx="7">
                  <c:v>6.31</c:v>
                </c:pt>
                <c:pt idx="8">
                  <c:v>6.30</c:v>
                </c:pt>
                <c:pt idx="9">
                  <c:v>6.21</c:v>
                </c:pt>
                <c:pt idx="10">
                  <c:v>6.17</c:v>
                </c:pt>
                <c:pt idx="11">
                  <c:v>5.78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FF-43C5-82C3-73FA7ABD844D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6.35</c:v>
                </c:pt>
                <c:pt idx="1">
                  <c:v>7.14</c:v>
                </c:pt>
                <c:pt idx="2">
                  <c:v>8.38</c:v>
                </c:pt>
                <c:pt idx="3">
                  <c:v>7.17</c:v>
                </c:pt>
                <c:pt idx="4">
                  <c:v>7.42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FF-43C5-82C3-73FA7ABD8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0840"/>
        <c:axId val="404825880"/>
      </c:lineChart>
      <c:catAx>
        <c:axId val="404820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5880"/>
        <c:crosses val="autoZero"/>
        <c:auto val="1"/>
        <c:lblAlgn val="ctr"/>
        <c:lblOffset val="100"/>
        <c:noMultiLvlLbl val="0"/>
      </c:catAx>
      <c:valAx>
        <c:axId val="40482588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084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1.95</c:v>
                </c:pt>
                <c:pt idx="1">
                  <c:v>1.40</c:v>
                </c:pt>
                <c:pt idx="2">
                  <c:v>1.06</c:v>
                </c:pt>
                <c:pt idx="3">
                  <c:v>1.07</c:v>
                </c:pt>
                <c:pt idx="4">
                  <c:v>1.33</c:v>
                </c:pt>
                <c:pt idx="5">
                  <c:v>1.58</c:v>
                </c:pt>
                <c:pt idx="6">
                  <c:v>1.22</c:v>
                </c:pt>
                <c:pt idx="7">
                  <c:v>0.01</c:v>
                </c:pt>
                <c:pt idx="8">
                  <c:v>0.03</c:v>
                </c:pt>
                <c:pt idx="9">
                  <c:v>0.00</c:v>
                </c:pt>
                <c:pt idx="10">
                  <c:v>0.00</c:v>
                </c:pt>
                <c:pt idx="11">
                  <c:v>0.00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B1-4D0B-A633-036BAF2B189C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1.45</c:v>
                </c:pt>
                <c:pt idx="1">
                  <c:v>1.43</c:v>
                </c:pt>
                <c:pt idx="2">
                  <c:v>2.10</c:v>
                </c:pt>
                <c:pt idx="3">
                  <c:v>1.27</c:v>
                </c:pt>
                <c:pt idx="4">
                  <c:v>0.51</c:v>
                </c:pt>
                <c:pt idx="5">
                  <c:v>1.22</c:v>
                </c:pt>
                <c:pt idx="6">
                  <c:v>1.40</c:v>
                </c:pt>
                <c:pt idx="7">
                  <c:v>1.19</c:v>
                </c:pt>
                <c:pt idx="8">
                  <c:v>0.05</c:v>
                </c:pt>
                <c:pt idx="9">
                  <c:v>0.00</c:v>
                </c:pt>
                <c:pt idx="10">
                  <c:v>0.02</c:v>
                </c:pt>
                <c:pt idx="11">
                  <c:v>0.00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B1-4D0B-A633-036BAF2B189C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1.38</c:v>
                </c:pt>
                <c:pt idx="1">
                  <c:v>1.70</c:v>
                </c:pt>
                <c:pt idx="2">
                  <c:v>1.31</c:v>
                </c:pt>
                <c:pt idx="3">
                  <c:v>1.08</c:v>
                </c:pt>
                <c:pt idx="4">
                  <c:v>0.48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B1-4D0B-A633-036BAF2B1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76792"/>
        <c:axId val="401977152"/>
      </c:lineChart>
      <c:catAx>
        <c:axId val="401976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7152"/>
        <c:crosses val="autoZero"/>
        <c:auto val="1"/>
        <c:lblAlgn val="ctr"/>
        <c:lblOffset val="100"/>
        <c:noMultiLvlLbl val="0"/>
      </c:catAx>
      <c:valAx>
        <c:axId val="40197715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7679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6.35</c:v>
                </c:pt>
                <c:pt idx="1">
                  <c:v>2.41</c:v>
                </c:pt>
                <c:pt idx="2">
                  <c:v>2.26</c:v>
                </c:pt>
                <c:pt idx="3">
                  <c:v>2.23</c:v>
                </c:pt>
                <c:pt idx="4">
                  <c:v>2.28</c:v>
                </c:pt>
                <c:pt idx="5">
                  <c:v>2.23</c:v>
                </c:pt>
                <c:pt idx="6">
                  <c:v>2.37</c:v>
                </c:pt>
                <c:pt idx="7">
                  <c:v>2.30</c:v>
                </c:pt>
                <c:pt idx="8">
                  <c:v>2.34</c:v>
                </c:pt>
                <c:pt idx="9">
                  <c:v>2.49</c:v>
                </c:pt>
                <c:pt idx="10">
                  <c:v>2.47</c:v>
                </c:pt>
                <c:pt idx="11">
                  <c:v>2.33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54-411F-8B15-AB3ABECCEEE9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2.34</c:v>
                </c:pt>
                <c:pt idx="1">
                  <c:v>2.21</c:v>
                </c:pt>
                <c:pt idx="2">
                  <c:v>2.46</c:v>
                </c:pt>
                <c:pt idx="3">
                  <c:v>2.36</c:v>
                </c:pt>
                <c:pt idx="4">
                  <c:v>2.39</c:v>
                </c:pt>
                <c:pt idx="5">
                  <c:v>2.44</c:v>
                </c:pt>
                <c:pt idx="6">
                  <c:v>2.26</c:v>
                </c:pt>
                <c:pt idx="7">
                  <c:v>2.43</c:v>
                </c:pt>
                <c:pt idx="8">
                  <c:v>2.59</c:v>
                </c:pt>
                <c:pt idx="9">
                  <c:v>2.71</c:v>
                </c:pt>
                <c:pt idx="10">
                  <c:v>2.80</c:v>
                </c:pt>
                <c:pt idx="11">
                  <c:v>2.44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54-411F-8B15-AB3ABECCEEE9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2.53</c:v>
                </c:pt>
                <c:pt idx="1">
                  <c:v>2.26</c:v>
                </c:pt>
                <c:pt idx="2">
                  <c:v>2.58</c:v>
                </c:pt>
                <c:pt idx="3">
                  <c:v>2.43</c:v>
                </c:pt>
                <c:pt idx="4">
                  <c:v>2.45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54-411F-8B15-AB3ABECCEE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60232"/>
        <c:axId val="401953392"/>
      </c:lineChart>
      <c:catAx>
        <c:axId val="401960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3392"/>
        <c:crosses val="autoZero"/>
        <c:auto val="1"/>
        <c:lblAlgn val="ctr"/>
        <c:lblOffset val="100"/>
        <c:noMultiLvlLbl val="0"/>
      </c:catAx>
      <c:valAx>
        <c:axId val="40195339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023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0.11</c:v>
                </c:pt>
                <c:pt idx="1">
                  <c:v>0.09</c:v>
                </c:pt>
                <c:pt idx="2">
                  <c:v>0.18</c:v>
                </c:pt>
                <c:pt idx="3">
                  <c:v>0.31</c:v>
                </c:pt>
                <c:pt idx="4">
                  <c:v>0.22</c:v>
                </c:pt>
                <c:pt idx="5">
                  <c:v>0.14</c:v>
                </c:pt>
                <c:pt idx="6">
                  <c:v>0.12</c:v>
                </c:pt>
                <c:pt idx="7">
                  <c:v>0.12</c:v>
                </c:pt>
                <c:pt idx="8">
                  <c:v>0.03</c:v>
                </c:pt>
                <c:pt idx="9">
                  <c:v>0.14</c:v>
                </c:pt>
                <c:pt idx="10">
                  <c:v>0.16</c:v>
                </c:pt>
                <c:pt idx="11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28-4B2D-9934-0E109961B45A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0.34</c:v>
                </c:pt>
                <c:pt idx="1">
                  <c:v>0.35</c:v>
                </c:pt>
                <c:pt idx="2">
                  <c:v>0.20</c:v>
                </c:pt>
                <c:pt idx="3">
                  <c:v>0.14</c:v>
                </c:pt>
                <c:pt idx="4">
                  <c:v>0.19</c:v>
                </c:pt>
                <c:pt idx="5">
                  <c:v>0.16</c:v>
                </c:pt>
                <c:pt idx="6">
                  <c:v>0.10</c:v>
                </c:pt>
                <c:pt idx="7">
                  <c:v>0.12</c:v>
                </c:pt>
                <c:pt idx="8">
                  <c:v>0.07</c:v>
                </c:pt>
                <c:pt idx="9">
                  <c:v>0.20</c:v>
                </c:pt>
                <c:pt idx="10">
                  <c:v>0.11</c:v>
                </c:pt>
                <c:pt idx="11">
                  <c:v>0.04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28-4B2D-9934-0E109961B45A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0.21</c:v>
                </c:pt>
                <c:pt idx="1">
                  <c:v>0.17</c:v>
                </c:pt>
                <c:pt idx="2">
                  <c:v>0.16</c:v>
                </c:pt>
                <c:pt idx="3">
                  <c:v>0.38</c:v>
                </c:pt>
                <c:pt idx="4">
                  <c:v>0.20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28-4B2D-9934-0E109961B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44960"/>
        <c:axId val="404845680"/>
      </c:lineChart>
      <c:catAx>
        <c:axId val="404844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5680"/>
        <c:crosses val="autoZero"/>
        <c:auto val="1"/>
        <c:lblAlgn val="ctr"/>
        <c:lblOffset val="100"/>
        <c:noMultiLvlLbl val="0"/>
      </c:catAx>
      <c:valAx>
        <c:axId val="40484568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496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0.22</c:v>
                </c:pt>
                <c:pt idx="1">
                  <c:v>0.19</c:v>
                </c:pt>
                <c:pt idx="2">
                  <c:v>0.19</c:v>
                </c:pt>
                <c:pt idx="3">
                  <c:v>0.11</c:v>
                </c:pt>
                <c:pt idx="4">
                  <c:v>0.22</c:v>
                </c:pt>
                <c:pt idx="5">
                  <c:v>0.23</c:v>
                </c:pt>
                <c:pt idx="6">
                  <c:v>0.29</c:v>
                </c:pt>
                <c:pt idx="7">
                  <c:v>0.23</c:v>
                </c:pt>
                <c:pt idx="8">
                  <c:v>0.24</c:v>
                </c:pt>
                <c:pt idx="9">
                  <c:v>0.39</c:v>
                </c:pt>
                <c:pt idx="10">
                  <c:v>0.35</c:v>
                </c:pt>
                <c:pt idx="11">
                  <c:v>-0.06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DB-473E-87A0-DBB7133D5807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0.11</c:v>
                </c:pt>
                <c:pt idx="1">
                  <c:v>0.26</c:v>
                </c:pt>
                <c:pt idx="2">
                  <c:v>0.32</c:v>
                </c:pt>
                <c:pt idx="3">
                  <c:v>-0.18</c:v>
                </c:pt>
                <c:pt idx="4">
                  <c:v>0.20</c:v>
                </c:pt>
                <c:pt idx="5">
                  <c:v>0.30</c:v>
                </c:pt>
                <c:pt idx="6">
                  <c:v>0.26</c:v>
                </c:pt>
                <c:pt idx="7">
                  <c:v>0.21</c:v>
                </c:pt>
                <c:pt idx="8">
                  <c:v>0.30</c:v>
                </c:pt>
                <c:pt idx="9">
                  <c:v>0.25</c:v>
                </c:pt>
                <c:pt idx="10">
                  <c:v>0.29</c:v>
                </c:pt>
                <c:pt idx="11">
                  <c:v>0.17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DB-473E-87A0-DBB7133D5807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0.27</c:v>
                </c:pt>
                <c:pt idx="1">
                  <c:v>0.29</c:v>
                </c:pt>
                <c:pt idx="2">
                  <c:v>0.26</c:v>
                </c:pt>
                <c:pt idx="3">
                  <c:v>0.19</c:v>
                </c:pt>
                <c:pt idx="4">
                  <c:v>0.22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DB-473E-87A0-DBB7133D58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19040"/>
        <c:axId val="404821560"/>
      </c:lineChart>
      <c:catAx>
        <c:axId val="404819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1560"/>
        <c:crosses val="autoZero"/>
        <c:auto val="1"/>
        <c:lblAlgn val="ctr"/>
        <c:lblOffset val="100"/>
        <c:noMultiLvlLbl val="0"/>
      </c:catAx>
      <c:valAx>
        <c:axId val="40482156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1904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2.82</c:v>
                </c:pt>
                <c:pt idx="1">
                  <c:v>7.26</c:v>
                </c:pt>
                <c:pt idx="2">
                  <c:v>10.65</c:v>
                </c:pt>
                <c:pt idx="3">
                  <c:v>6.04</c:v>
                </c:pt>
                <c:pt idx="4">
                  <c:v>1.37</c:v>
                </c:pt>
                <c:pt idx="5">
                  <c:v>0.75</c:v>
                </c:pt>
                <c:pt idx="6">
                  <c:v>0.52</c:v>
                </c:pt>
                <c:pt idx="7">
                  <c:v>0.13</c:v>
                </c:pt>
                <c:pt idx="8">
                  <c:v>0.10</c:v>
                </c:pt>
                <c:pt idx="9">
                  <c:v>0.07</c:v>
                </c:pt>
                <c:pt idx="10">
                  <c:v>0.06</c:v>
                </c:pt>
                <c:pt idx="11">
                  <c:v>0.10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BF-4492-A1D5-DDC0742FC1AD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6.32</c:v>
                </c:pt>
                <c:pt idx="1">
                  <c:v>10.22</c:v>
                </c:pt>
                <c:pt idx="2">
                  <c:v>16.12</c:v>
                </c:pt>
                <c:pt idx="3">
                  <c:v>2.82</c:v>
                </c:pt>
                <c:pt idx="4">
                  <c:v>0.85</c:v>
                </c:pt>
                <c:pt idx="5">
                  <c:v>0.42</c:v>
                </c:pt>
                <c:pt idx="6">
                  <c:v>0.14</c:v>
                </c:pt>
                <c:pt idx="7">
                  <c:v>0.29</c:v>
                </c:pt>
                <c:pt idx="8">
                  <c:v>0.17</c:v>
                </c:pt>
                <c:pt idx="9">
                  <c:v>0.04</c:v>
                </c:pt>
                <c:pt idx="10">
                  <c:v>0.06</c:v>
                </c:pt>
                <c:pt idx="11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BF-4492-A1D5-DDC0742FC1AD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10.40</c:v>
                </c:pt>
                <c:pt idx="1">
                  <c:v>12.86</c:v>
                </c:pt>
                <c:pt idx="2">
                  <c:v>8.63</c:v>
                </c:pt>
                <c:pt idx="3">
                  <c:v>3.96</c:v>
                </c:pt>
                <c:pt idx="4">
                  <c:v>1.66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BBF-4492-A1D5-DDC0742FC1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29120"/>
        <c:axId val="404832000"/>
      </c:lineChart>
      <c:catAx>
        <c:axId val="40482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32000"/>
        <c:crosses val="autoZero"/>
        <c:auto val="1"/>
        <c:lblAlgn val="ctr"/>
        <c:lblOffset val="100"/>
        <c:noMultiLvlLbl val="0"/>
      </c:catAx>
      <c:valAx>
        <c:axId val="40483200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291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4.27</c:v>
                </c:pt>
                <c:pt idx="1">
                  <c:v>2.31</c:v>
                </c:pt>
                <c:pt idx="2">
                  <c:v>2.51</c:v>
                </c:pt>
                <c:pt idx="3">
                  <c:v>2.29</c:v>
                </c:pt>
                <c:pt idx="4">
                  <c:v>2.48</c:v>
                </c:pt>
                <c:pt idx="5">
                  <c:v>4.24</c:v>
                </c:pt>
                <c:pt idx="6">
                  <c:v>2.00</c:v>
                </c:pt>
                <c:pt idx="7">
                  <c:v>1.81</c:v>
                </c:pt>
                <c:pt idx="8">
                  <c:v>0.04</c:v>
                </c:pt>
                <c:pt idx="9">
                  <c:v>4.83</c:v>
                </c:pt>
                <c:pt idx="10">
                  <c:v>1.30</c:v>
                </c:pt>
                <c:pt idx="11">
                  <c:v>2.55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76-4B26-B40E-4438FDBF26F6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4.82</c:v>
                </c:pt>
                <c:pt idx="1">
                  <c:v>2.94</c:v>
                </c:pt>
                <c:pt idx="2">
                  <c:v>1.87</c:v>
                </c:pt>
                <c:pt idx="3">
                  <c:v>4.60</c:v>
                </c:pt>
                <c:pt idx="4">
                  <c:v>1.85</c:v>
                </c:pt>
                <c:pt idx="5">
                  <c:v>2.67</c:v>
                </c:pt>
                <c:pt idx="6">
                  <c:v>2.25</c:v>
                </c:pt>
                <c:pt idx="7">
                  <c:v>2.67</c:v>
                </c:pt>
                <c:pt idx="8">
                  <c:v>2.80</c:v>
                </c:pt>
                <c:pt idx="9">
                  <c:v>1.77</c:v>
                </c:pt>
                <c:pt idx="10">
                  <c:v>4.27</c:v>
                </c:pt>
                <c:pt idx="11">
                  <c:v>0.51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76-4B26-B40E-4438FDBF26F6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3.04</c:v>
                </c:pt>
                <c:pt idx="1">
                  <c:v>3.38</c:v>
                </c:pt>
                <c:pt idx="2">
                  <c:v>3.87</c:v>
                </c:pt>
                <c:pt idx="3">
                  <c:v>2.31</c:v>
                </c:pt>
                <c:pt idx="4">
                  <c:v>2.81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6-4B26-B40E-4438FDBF2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4843520"/>
        <c:axId val="404845320"/>
      </c:lineChart>
      <c:catAx>
        <c:axId val="404843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5320"/>
        <c:crosses val="autoZero"/>
        <c:auto val="1"/>
        <c:lblAlgn val="ctr"/>
        <c:lblOffset val="100"/>
        <c:noMultiLvlLbl val="0"/>
      </c:catAx>
      <c:valAx>
        <c:axId val="404845320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4843520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4.69</c:v>
                </c:pt>
                <c:pt idx="1">
                  <c:v>14.79</c:v>
                </c:pt>
                <c:pt idx="2">
                  <c:v>16.11</c:v>
                </c:pt>
                <c:pt idx="3">
                  <c:v>14.52</c:v>
                </c:pt>
                <c:pt idx="4">
                  <c:v>10.78</c:v>
                </c:pt>
                <c:pt idx="5">
                  <c:v>10.48</c:v>
                </c:pt>
                <c:pt idx="6">
                  <c:v>13.32</c:v>
                </c:pt>
                <c:pt idx="7">
                  <c:v>13.48</c:v>
                </c:pt>
                <c:pt idx="8">
                  <c:v>9.66</c:v>
                </c:pt>
                <c:pt idx="9">
                  <c:v>11.38</c:v>
                </c:pt>
                <c:pt idx="10">
                  <c:v>10.44</c:v>
                </c:pt>
                <c:pt idx="11">
                  <c:v>14.52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95-4AF8-99CA-CEEB250252D2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3.00</c:v>
                </c:pt>
                <c:pt idx="1">
                  <c:v>12.42</c:v>
                </c:pt>
                <c:pt idx="2">
                  <c:v>12.38</c:v>
                </c:pt>
                <c:pt idx="3">
                  <c:v>9.87</c:v>
                </c:pt>
                <c:pt idx="4">
                  <c:v>13.95</c:v>
                </c:pt>
                <c:pt idx="5">
                  <c:v>13.53</c:v>
                </c:pt>
                <c:pt idx="6">
                  <c:v>18.90</c:v>
                </c:pt>
                <c:pt idx="7">
                  <c:v>4.48</c:v>
                </c:pt>
                <c:pt idx="8">
                  <c:v>12.09</c:v>
                </c:pt>
                <c:pt idx="9">
                  <c:v>9.90</c:v>
                </c:pt>
                <c:pt idx="10">
                  <c:v>9.89</c:v>
                </c:pt>
                <c:pt idx="11">
                  <c:v>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95-4AF8-99CA-CEEB250252D2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19.54</c:v>
                </c:pt>
                <c:pt idx="1">
                  <c:v>15.25</c:v>
                </c:pt>
                <c:pt idx="2">
                  <c:v>24.04</c:v>
                </c:pt>
                <c:pt idx="3">
                  <c:v>14.91</c:v>
                </c:pt>
                <c:pt idx="4">
                  <c:v>12.27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95-4AF8-99CA-CEEB25025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56632"/>
        <c:axId val="401959512"/>
      </c:lineChart>
      <c:catAx>
        <c:axId val="401956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9512"/>
        <c:crosses val="autoZero"/>
        <c:auto val="1"/>
        <c:lblAlgn val="ctr"/>
        <c:lblOffset val="100"/>
        <c:noMultiLvlLbl val="0"/>
      </c:catAx>
      <c:valAx>
        <c:axId val="40195951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663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1.45</c:v>
                </c:pt>
                <c:pt idx="1">
                  <c:v>3.15</c:v>
                </c:pt>
                <c:pt idx="2">
                  <c:v>3.33</c:v>
                </c:pt>
                <c:pt idx="3">
                  <c:v>1.58</c:v>
                </c:pt>
                <c:pt idx="4">
                  <c:v>1.75</c:v>
                </c:pt>
                <c:pt idx="5">
                  <c:v>1.27</c:v>
                </c:pt>
                <c:pt idx="6">
                  <c:v>0.92</c:v>
                </c:pt>
                <c:pt idx="7">
                  <c:v>0.99</c:v>
                </c:pt>
                <c:pt idx="8">
                  <c:v>0.79</c:v>
                </c:pt>
                <c:pt idx="9">
                  <c:v>0.80</c:v>
                </c:pt>
                <c:pt idx="10">
                  <c:v>1.04</c:v>
                </c:pt>
                <c:pt idx="11">
                  <c:v>0.10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4A-460E-B26E-1A6CE7871253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1.46</c:v>
                </c:pt>
                <c:pt idx="1">
                  <c:v>1.54</c:v>
                </c:pt>
                <c:pt idx="2">
                  <c:v>2.25</c:v>
                </c:pt>
                <c:pt idx="3">
                  <c:v>1.35</c:v>
                </c:pt>
                <c:pt idx="4">
                  <c:v>3.96</c:v>
                </c:pt>
                <c:pt idx="5">
                  <c:v>1.36</c:v>
                </c:pt>
                <c:pt idx="6">
                  <c:v>0.74</c:v>
                </c:pt>
                <c:pt idx="7">
                  <c:v>1.16</c:v>
                </c:pt>
                <c:pt idx="8">
                  <c:v>0.90</c:v>
                </c:pt>
                <c:pt idx="9">
                  <c:v>0.80</c:v>
                </c:pt>
                <c:pt idx="10">
                  <c:v>0.78</c:v>
                </c:pt>
                <c:pt idx="11">
                  <c:v>0.14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4A-460E-B26E-1A6CE7871253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1.71</c:v>
                </c:pt>
                <c:pt idx="1">
                  <c:v>1.22</c:v>
                </c:pt>
                <c:pt idx="2">
                  <c:v>1.35</c:v>
                </c:pt>
                <c:pt idx="3">
                  <c:v>2.02</c:v>
                </c:pt>
                <c:pt idx="4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4A-460E-B26E-1A6CE78712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61312"/>
        <c:axId val="401951952"/>
      </c:lineChart>
      <c:catAx>
        <c:axId val="401961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1952"/>
        <c:crosses val="autoZero"/>
        <c:auto val="1"/>
        <c:lblAlgn val="ctr"/>
        <c:lblOffset val="100"/>
        <c:noMultiLvlLbl val="0"/>
      </c:catAx>
      <c:valAx>
        <c:axId val="40195195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6131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en-US" sz="1100"/>
              <a:t>Month-wise Actual Expenditure (Rs Cr)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2024-25</c:v>
                </c:pt>
              </c:strCache>
            </c:strRef>
          </c:tx>
          <c:spPr>
            <a:ln w="26670">
              <a:solidFill>
                <a:srgbClr val="ED3A7C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 w="26670">
                <a:solidFill>
                  <a:srgbClr val="ED3A7C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ChartData!$B$2:$B$13</c:f>
              <c:numCache>
                <c:formatCode>General</c:formatCode>
                <c:ptCount val="12"/>
                <c:pt idx="0">
                  <c:v>15.46</c:v>
                </c:pt>
                <c:pt idx="1">
                  <c:v>76.11</c:v>
                </c:pt>
                <c:pt idx="2">
                  <c:v>13.06</c:v>
                </c:pt>
                <c:pt idx="3">
                  <c:v>9.39</c:v>
                </c:pt>
                <c:pt idx="4">
                  <c:v>88.90</c:v>
                </c:pt>
                <c:pt idx="5">
                  <c:v>11.56</c:v>
                </c:pt>
                <c:pt idx="6">
                  <c:v>80.80</c:v>
                </c:pt>
                <c:pt idx="7">
                  <c:v>8.84</c:v>
                </c:pt>
                <c:pt idx="8">
                  <c:v>11.67</c:v>
                </c:pt>
                <c:pt idx="9">
                  <c:v>63.50</c:v>
                </c:pt>
                <c:pt idx="10">
                  <c:v>13.92</c:v>
                </c:pt>
                <c:pt idx="11">
                  <c:v>2.89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67-4923-BDE7-4A2D6BDB367B}"/>
            </c:ext>
          </c:extLst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2025-26</c:v>
                </c:pt>
              </c:strCache>
            </c:strRef>
          </c:tx>
          <c:spPr>
            <a:ln w="26670">
              <a:solidFill>
                <a:srgbClr val="E9A50E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 w="26670">
                <a:solidFill>
                  <a:srgbClr val="E9A50E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ChartData!$C$2:$C$13</c:f>
              <c:numCache>
                <c:formatCode>General</c:formatCode>
                <c:ptCount val="12"/>
                <c:pt idx="0">
                  <c:v>21.12</c:v>
                </c:pt>
                <c:pt idx="1">
                  <c:v>11.50</c:v>
                </c:pt>
                <c:pt idx="2">
                  <c:v>62.98</c:v>
                </c:pt>
                <c:pt idx="3">
                  <c:v>62.87</c:v>
                </c:pt>
                <c:pt idx="4">
                  <c:v>12.81</c:v>
                </c:pt>
                <c:pt idx="5">
                  <c:v>12.23</c:v>
                </c:pt>
                <c:pt idx="6">
                  <c:v>65.71</c:v>
                </c:pt>
                <c:pt idx="7">
                  <c:v>13.40</c:v>
                </c:pt>
                <c:pt idx="8">
                  <c:v>16.97</c:v>
                </c:pt>
                <c:pt idx="9">
                  <c:v>70.11</c:v>
                </c:pt>
                <c:pt idx="10">
                  <c:v>11.45</c:v>
                </c:pt>
                <c:pt idx="11">
                  <c:v>1.23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67-4923-BDE7-4A2D6BDB367B}"/>
            </c:ext>
          </c:extLst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2026-27</c:v>
                </c:pt>
              </c:strCache>
            </c:strRef>
          </c:tx>
          <c:spPr>
            <a:ln w="26670">
              <a:solidFill>
                <a:srgbClr val="1673F9"/>
              </a:solidFill>
            </a:ln>
          </c:spPr>
          <c:marker>
            <c:symbol val="dash"/>
            <c:size val="7"/>
            <c:spPr>
              <a:solidFill>
                <a:srgbClr val="FFFFFF"/>
              </a:solidFill>
              <a:ln w="26670">
                <a:solidFill>
                  <a:srgbClr val="1673F9"/>
                </a:solidFill>
                <a:prstDash val="solid"/>
              </a:ln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ChartData!$A$2:$A$13</c:f>
              <c:strCache>
                <c:ptCount val="12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</c:v>
                </c:pt>
                <c:pt idx="10">
                  <c:v>FEB</c:v>
                </c:pt>
                <c:pt idx="11">
                  <c:v>MAR</c:v>
                </c:pt>
              </c:strCache>
            </c:strRef>
          </c:cat>
          <c:val>
            <c:numRef>
              <c:f>ChartData!$D$2:$D$13</c:f>
              <c:numCache>
                <c:formatCode>General</c:formatCode>
                <c:ptCount val="5"/>
                <c:pt idx="0">
                  <c:v>38.54</c:v>
                </c:pt>
                <c:pt idx="1">
                  <c:v>43.32</c:v>
                </c:pt>
                <c:pt idx="2">
                  <c:v>14.82</c:v>
                </c:pt>
                <c:pt idx="3">
                  <c:v>71.94</c:v>
                </c:pt>
                <c:pt idx="4">
                  <c:v>13.79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67-4923-BDE7-4A2D6BDB36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1959872"/>
        <c:axId val="401958432"/>
      </c:lineChart>
      <c:catAx>
        <c:axId val="401959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8432"/>
        <c:crosses val="autoZero"/>
        <c:auto val="1"/>
        <c:lblAlgn val="ctr"/>
        <c:lblOffset val="100"/>
        <c:noMultiLvlLbl val="0"/>
      </c:catAx>
      <c:valAx>
        <c:axId val="40195843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401959872"/>
        <c:crosses val="autoZero"/>
        <c:crossBetween val="between"/>
      </c:valAx>
      <c:spPr>
        <a:ln>
          <a:solidFill>
            <a:srgbClr val="E8DFD5"/>
          </a:solidFill>
        </a:ln>
      </c:spPr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/>
    </a:solidFill>
    <a:ln w="6350" cap="flat" cmpd="sng" algn="ctr">
      <a:noFill/>
      <a:prstDash val="solid"/>
      <a:round/>
    </a:ln>
    <a:effectLst/>
    <a:extLst>
      <a:ext uri="{91240B29-F687-4F45-9708-019B960494DF}">
        <a14:hiddenLine xmlns:a14="http://schemas.microsoft.com/office/drawing/2010/main" w="6350" cap="flat" cmpd="sng" algn="ctr">
          <a:solidFill>
            <a:sysClr val="windowText" lastClr="000000">
              <a:tint val="75000"/>
            </a:sysClr>
          </a:solidFill>
          <a:prstDash val="solid"/>
          <a:round/>
        </a14:hiddenLine>
      </a:ext>
    </a:extLst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0DD8-09A5-E5E5-52AA-E96F07DCA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57D8-28F1-AC25-EDC2-625A2400F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FC40-0B19-E601-0F64-C0FD1F42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A082-6522-90BE-6515-C7370DC0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F6571-E5AB-D535-1A4D-B6A28F91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EF08-59C8-4C77-0A01-7FD2E563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E5794-8416-DCB4-F9BE-B89FF054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DDEDD-6928-D626-280A-6F7DC2FE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ACFBD-5BA4-85AA-CB33-0A5A571D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FA6D8-75AD-622A-C8AC-46E379CF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7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C696-CADC-BB3C-A3CE-0CC1E8B0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09D5F-60AF-E4E0-5120-C42BCA8C2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545FC-861D-7E35-3F4B-3006A1B6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39ABB-82B9-52D0-72A4-A715C293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B16F9-04B2-B51F-FEBB-744171FE4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05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ACF2-C299-2F31-3A56-6A0A88DE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F4C45-A0CF-19C6-A4EC-C933AB82D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F0F75-EAD0-34A6-4AAF-AF495F73C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DAE7E-CB88-84FE-E76C-43F062F7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798E7-7A7C-45DA-A4C0-44D87F7A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BB273-0E6B-1BE5-BE68-7EFC6835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6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80A3-3507-B972-126E-3ED97FE1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0FB50-A4C8-4003-2091-2D241DA05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40757-28A2-54AF-BC24-E43938BDD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0B00E-124E-F922-2305-240FB455D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D7627-F898-A9CF-F475-18E0E514D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90A9E-C822-9370-35F2-240A3497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B9F69-C2E1-CD6F-D47A-FC18F986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34299-22B7-F79D-6656-7A072887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3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BD84-21DD-12F7-88CB-463D8F38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AA3F3-507B-B707-B7DC-BEF89945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1F61E-9ACA-2218-1B7D-DF73B324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71B7A-3F40-4257-885B-4970C38D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4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4A6DE-3EB8-1045-FD8F-3BAF8AD8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C9265-5D11-CC53-DDDE-BC549FF8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DF119-3F26-1599-E1AE-80841FFB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80CF-BD8D-1741-5163-A7DA5985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A2026-A15E-34FD-94FB-ABB1120EE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96917-DC57-AD7A-BAB4-3D408D0B7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036A2-83FE-EEBC-020C-6D7F3B06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F973-26A5-85EF-D320-3486761A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7A521-4EA0-04CD-D877-9294148E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5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BEB2-9885-86B8-883E-FBA0F6E52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D055D-CEBE-EE0F-3209-CDBEFD73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12B74-BB4D-8D3E-13B8-8981D7BCD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2387F-EE05-11D6-DADC-51022480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73AE1-8D55-6B38-B1D5-62410A45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DE84B-4F20-F256-F12A-008581C9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7D2A-ED25-4EE0-541C-8F949E4A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22C90-F501-56DE-B542-6814EC0FD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EAC5B-E152-ACB2-5EE2-8F920C19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08D91-D5D7-C944-C1D7-5A9B6110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5E0EB-8DEB-115B-8539-67B08001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0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902FB-7241-6000-28B0-970E04165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3BFFE-D02F-C2A2-A821-8B51685FD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578E2-1FE3-CBC1-AF2B-1AF2662B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478A-C212-7820-E57D-40ECB996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D299-3737-2DD7-5A4E-0139AE25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6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73C57-4FE8-A73D-6E19-35DF3F95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23993-ED3A-FE5F-A6A1-7F9C9375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48FC7-CF9E-DDE0-C6BD-9561B097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6A3E-98C8-44CF-8D8C-95AFB0813DB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2B5F-6CAE-CA30-C1D3-9BA1AAB43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60C00-59D2-F65E-B0B2-B47A93A24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270A7-8E64-4134-A730-310355B40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1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16FF9-89A3-71C4-6373-9BEC2451AB5A}"/>
              </a:ext>
            </a:extLst>
          </p:cNvPr>
          <p:cNvSpPr txBox="1"/>
          <p:nvPr/>
        </p:nvSpPr>
        <p:spPr>
          <a:xfrm>
            <a:off x="1143000" y="2222500"/>
            <a:ext cx="9906000" cy="5693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100" b="1">
                <a:solidFill>
                  <a:srgbClr val="FFFFFF"/>
                </a:solidFill>
                <a:latin typeface="Aptos" panose="020B0004020202020204" pitchFamily="34" charset="0"/>
              </a:rPr>
              <a:t>Three-Year Budget &amp; Expenditure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9E3C1-BD51-BF21-2CBB-97484E9C2298}"/>
              </a:ext>
            </a:extLst>
          </p:cNvPr>
          <p:cNvSpPr txBox="1"/>
          <p:nvPr/>
        </p:nvSpPr>
        <p:spPr>
          <a:xfrm>
            <a:off x="1651000" y="3048000"/>
            <a:ext cx="889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F7EAD9"/>
                </a:solidFill>
                <a:latin typeface="Aptos" panose="020B0004020202020204" pitchFamily="34" charset="0"/>
              </a:rPr>
              <a:t>Editable yearly demand and selected PU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79569-B7E6-832D-6BA7-5CE0DDBFAC5F}"/>
              </a:ext>
            </a:extLst>
          </p:cNvPr>
          <p:cNvSpPr txBox="1"/>
          <p:nvPr/>
        </p:nvSpPr>
        <p:spPr>
          <a:xfrm>
            <a:off x="1841500" y="3746500"/>
            <a:ext cx="8509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700" b="1">
                <a:solidFill>
                  <a:srgbClr val="6BB2F6"/>
                </a:solidFill>
                <a:latin typeface="Aptos" panose="020B0004020202020204" pitchFamily="34" charset="0"/>
              </a:rPr>
              <a:t>FY 2024-25 | FY 2025-26 | FY 2026-27 through AUG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A1904-D5BF-5417-466D-E3569B263F27}"/>
              </a:ext>
            </a:extLst>
          </p:cNvPr>
          <p:cNvSpPr txBox="1"/>
          <p:nvPr/>
        </p:nvSpPr>
        <p:spPr>
          <a:xfrm>
            <a:off x="2667000" y="4445000"/>
            <a:ext cx="685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Native PowerPoint charts with embedded editable data</a:t>
            </a:r>
          </a:p>
        </p:txBody>
      </p:sp>
    </p:spTree>
    <p:extLst>
      <p:ext uri="{BB962C8B-B14F-4D97-AF65-F5344CB8AC3E}">
        <p14:creationId xmlns:p14="http://schemas.microsoft.com/office/powerpoint/2010/main" val="136142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015B88-C977-B20A-0909-257A107F7BA7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804EE-D8E5-E315-903B-5791511D2BAB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Reading Guide &amp; Data Basis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BEA7C-FA5F-1F4D-ABDD-0EC3306A8295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Editable chart deck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F77F3F-BB58-EEB7-C75A-927BE21F5E84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D43F2-AE30-8E52-8030-B25C67E8DC61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AAF3C9-B770-B11E-4856-966F85704604}"/>
              </a:ext>
            </a:extLst>
          </p:cNvPr>
          <p:cNvSpPr/>
          <p:nvPr/>
        </p:nvSpPr>
        <p:spPr>
          <a:xfrm>
            <a:off x="889000" y="1206500"/>
            <a:ext cx="10414000" cy="609600"/>
          </a:xfrm>
          <a:prstGeom prst="rect">
            <a:avLst/>
          </a:prstGeom>
          <a:solidFill>
            <a:srgbClr val="FAF5EE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BB283-A261-21A7-728C-60BF3416A526}"/>
              </a:ext>
            </a:extLst>
          </p:cNvPr>
          <p:cNvSpPr txBox="1"/>
          <p:nvPr/>
        </p:nvSpPr>
        <p:spPr>
          <a:xfrm>
            <a:off x="914400" y="1231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1. Demand chart X-axis is financial year; OBA, BP and AE are the marked line series.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28171-ED42-559B-4688-2ED331AAABBA}"/>
              </a:ext>
            </a:extLst>
          </p:cNvPr>
          <p:cNvSpPr/>
          <p:nvPr/>
        </p:nvSpPr>
        <p:spPr>
          <a:xfrm>
            <a:off x="889000" y="2095500"/>
            <a:ext cx="1041400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E6077-46E5-3069-2D1C-50AFCC70B685}"/>
              </a:ext>
            </a:extLst>
          </p:cNvPr>
          <p:cNvSpPr txBox="1"/>
          <p:nvPr/>
        </p:nvSpPr>
        <p:spPr>
          <a:xfrm>
            <a:off x="914400" y="2120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2. Utilization chart compares OBA utilization and BP utilization by financial year.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462BD8-5D10-F139-B83C-20A054AD278E}"/>
              </a:ext>
            </a:extLst>
          </p:cNvPr>
          <p:cNvSpPr/>
          <p:nvPr/>
        </p:nvSpPr>
        <p:spPr>
          <a:xfrm>
            <a:off x="889000" y="2984500"/>
            <a:ext cx="10414000" cy="609600"/>
          </a:xfrm>
          <a:prstGeom prst="rect">
            <a:avLst/>
          </a:prstGeom>
          <a:solidFill>
            <a:srgbClr val="FAF5EE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D2841-DAAD-7A74-A1D7-24D5BB577CF7}"/>
              </a:ext>
            </a:extLst>
          </p:cNvPr>
          <p:cNvSpPr txBox="1"/>
          <p:nvPr/>
        </p:nvSpPr>
        <p:spPr>
          <a:xfrm>
            <a:off x="914400" y="3009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3. PU charts compare monthly AE for three financial years; FY 2026-27 uses actuals through Aug 2026.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8E0A5F-257B-FB90-07E9-44B75E14F5C4}"/>
              </a:ext>
            </a:extLst>
          </p:cNvPr>
          <p:cNvSpPr/>
          <p:nvPr/>
        </p:nvSpPr>
        <p:spPr>
          <a:xfrm>
            <a:off x="889000" y="3873500"/>
            <a:ext cx="10414000" cy="6096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155613-5F37-F77B-1A76-1690318B1DA0}"/>
              </a:ext>
            </a:extLst>
          </p:cNvPr>
          <p:cNvSpPr txBox="1"/>
          <p:nvPr/>
        </p:nvSpPr>
        <p:spPr>
          <a:xfrm>
            <a:off x="914400" y="3898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5D3617"/>
                </a:solidFill>
                <a:latin typeface="Aptos" panose="020B0004020202020204" pitchFamily="34" charset="0"/>
              </a:rPr>
              <a:t>4. All chart data can be corrected using Chart Design &gt; Edit Data in PowerPoint.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19DF2A-B80A-9260-4153-EE2E928DD11F}"/>
              </a:ext>
            </a:extLst>
          </p:cNvPr>
          <p:cNvSpPr/>
          <p:nvPr/>
        </p:nvSpPr>
        <p:spPr>
          <a:xfrm>
            <a:off x="889000" y="4762500"/>
            <a:ext cx="10414000" cy="609600"/>
          </a:xfrm>
          <a:prstGeom prst="rect">
            <a:avLst/>
          </a:prstGeom>
          <a:solidFill>
            <a:srgbClr val="FAF5EE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A33EFC-A234-9553-3674-C979107683BD}"/>
              </a:ext>
            </a:extLst>
          </p:cNvPr>
          <p:cNvSpPr txBox="1"/>
          <p:nvPr/>
        </p:nvSpPr>
        <p:spPr>
          <a:xfrm>
            <a:off x="914400" y="4787900"/>
            <a:ext cx="1036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400">
                <a:solidFill>
                  <a:srgbClr val="5D3617"/>
                </a:solidFill>
                <a:latin typeface="Aptos" panose="020B0004020202020204" pitchFamily="34" charset="0"/>
              </a:rPr>
              <a:t>5. Demand 12N / SMH 10N remains separate as a suspense head.</a:t>
            </a:r>
            <a:endParaRPr lang="en-US" sz="1400">
              <a:solidFill>
                <a:srgbClr val="5D36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11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B08346-027F-5211-FE68-BC55D170C97D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8B455-DEC5-5AD6-529D-FD785B83757E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03 / SMH 01 - Personnel / Stores &amp; Office Staff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F4F95-564E-47B9-0918-9A855787B80A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097EC-F611-3FCC-07FD-37D72384CD6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E78C3-9596-A6B3-701C-E1820233BFB1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63184EE-DB5B-8F91-1B85-C619345047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965879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F605D90-DAF1-331E-9B93-291A5F60E5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9481718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17188CB-49F5-08FE-3D29-4592D221F257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702EA6-5B08-C143-DF0A-6227D771C1B4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37F0B-2A41-FB61-E964-6B83F52CE9BC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A14EC8-52F2-53C8-7524-D47CACB7FB30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D72B1-4B84-1840-A0D3-57153F2904C8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46E99-72C7-B746-FBE8-5EDC7852D891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E2021B-21D2-2259-A301-1262255809A2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A1D3B8-DC8E-7B65-D0FA-7CA4D15A8D2F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24FAD-1C53-3AC9-C566-37B2C2423C7B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B4B585-67CE-8D01-6DD2-547227747B4A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C3830B-0391-48E0-2713-92861CDAA96E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113530-D61C-A235-6054-C9BE98531EA1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2AAD76-A0B5-41C8-D2CB-7D35685E22A6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CBE61-3AEB-328D-950D-697D6A21A8F1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3FCFC4-789C-23A2-AEF4-80FD78509CF2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952DE2-82DE-1CA3-B23D-A37F490841CA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F5AD9D-78AC-197F-B0CA-03F2A8437409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2CDD8B-6F17-765A-862E-A82050FFABBF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68.98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698985-4F4C-C98C-7B03-61F18B08856C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A3E7AA-6C9D-A1D2-F58D-1C284CDD574B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62.58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0E3B37-88FD-9BF4-1323-05A7FCA8DD44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BDF5E4-C959-DC10-EC59-8E95E4B4C514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62.09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D1BE31-E2AA-D977-FF43-5C26115CFA30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DFA827-DBDE-F88B-3DF9-BBB7E27A211F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6.89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80B17-75B5-13D8-0A03-DAC6C94862AE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E2D728-051C-2449-7BBC-205ABE080BEA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90.0%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C87CF8-E19C-9A5B-98E8-2875BF5FB3F9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E2FE1F-CE7B-483E-A2CB-B4A1163E6E99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99.2%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7020A5-8152-B475-99D4-6AA40864F6E5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B94E8C-186A-8DFD-EA53-0F6027D045F7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5B12F1-489D-F072-15C2-06BF5F40A808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5E2543-75DB-DCF8-BFBB-BF125C0D87C5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67.24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70BF4B-DF01-2442-F27E-9DF2FEC35DDA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1E02A0-95BF-A9F5-3C2B-A61FF901F05D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62.26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634598-E4FB-A3BA-D23C-F2800383CAF3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7B7D71-5A0F-237A-6E9C-CB205B47C325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69.39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6E70AF-04C4-031F-1E7B-655325082435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FC5D03-7AFC-AB70-9A5A-02D15DE144DA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-2.14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4333E4-B841-23A8-3017-FBB82E8E7ECA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084A76-6E47-84CA-1908-FA33214DE7D3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103.2%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B2A5FD5-6B2B-8E2C-29B8-F8C830923CEB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08633D-6BC7-1015-600E-38EA4AB839E0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111.4%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075A02-B814-77A3-A23D-E30ECF02595D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104BBD-2E8A-AFFD-7B2D-FFF5B291D97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B0FA99-F83D-E8D1-25DA-7EFF5D1F0892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53158B-16ED-A0E9-0C49-D0C71F9693C0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64.15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C048DAA-70FD-F9DE-2A15-3BCE878B0AF0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545D45-8CF0-BF01-2A13-EDCAE979F830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26.73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1A1A7CC-77DC-51BA-6F06-9B8F640BEC69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713A11-F567-704D-A4AF-755ABD1FD50E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29.41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288B2F-AFBA-C510-7409-8CCC294F0EAA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E4C232-DC53-83C3-0256-FAC238B702E2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34.74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1092DCE-722B-ECAB-614C-31976A39A9A7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17B6D7-AC31-0B16-FC05-8C015DDE8888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45.8%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318B7CD-BC2A-602A-1350-04EC9299707A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7A3E93-6DC9-19DA-6E32-B7B399D28D35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110.0%</a:t>
            </a:r>
          </a:p>
        </p:txBody>
      </p:sp>
    </p:spTree>
    <p:extLst>
      <p:ext uri="{BB962C8B-B14F-4D97-AF65-F5344CB8AC3E}">
        <p14:creationId xmlns:p14="http://schemas.microsoft.com/office/powerpoint/2010/main" val="2290349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7E90D8-F874-185D-0730-1D1A01906625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095DA-AF03-12AE-FE82-4A00E14453AC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04 / SMH 02 - Engineering / P-Way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A52A2-964B-3D7D-6A03-DA3B2FB23EAB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712D3-0B9A-8040-A7E8-CDAFA9ECAAE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4ACC5-F808-8ACA-04D6-E1F230F2B9E3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6E8B6C7-51C1-0100-208D-DB7650EAC4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092131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33D4CAB-4E8B-5D0F-1299-21504D316B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835520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6777777-C098-75B8-E285-6E371ED02B2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E5D4F5-22DC-F911-E383-7274CCBB52F4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B1E1F6-D350-7657-88C1-0E9C2D05D63A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6E3DB-3B58-EDCA-69B8-84CEB3CA821F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101E96-1EB7-9E97-0120-BE0B3520EAB8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6BD468-278C-64D0-08A5-511001C1C9BA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38C569-71E8-CF39-9407-9ACA2BFDCEB7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E7ABB1-7A24-9702-D765-04A07491FEFD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2DE73C-D25E-57AF-9878-F16819F82154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D3B06E-EA16-8453-5813-4B7CC0FDEB27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C4DF5-5E92-CD6A-4E8D-DD6654E89790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9ED661-58B6-5A52-198B-A1B93EAC9389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F7E318-1C01-7608-AD4A-F9D082B05624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36DB6B-533B-B1F5-830C-52542DD987AF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B66DF2-F92B-5DC4-F18C-9AB516F5E11B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5AADDA-FD08-22CD-BBC5-B13B4B537C1A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89F81A-6853-DFE2-8569-277E0BDA5511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8E20D8-7A6E-736A-0F40-D682A0ACA2C6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367.33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6E98AD-F3E6-7ED8-30E7-A6A14433BB68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498764-35F9-8E66-DFFE-AC2C9C2A9E26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334.48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1DABD8-B4DF-B3F2-3BB9-79B655EDBD39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C98E5A-2DC5-F8AA-786E-6BAD785120C5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386.41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39D4BB-2A13-ADFD-C124-B390FFF95368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18EFE5-5FF9-DF11-84C0-8A0C1D7B58FA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-19.08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EF16DE-E55B-E85A-41B6-9686009942AF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B9241A-7CAE-587C-DDEA-37D620259C2C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105.2%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87619E-9E14-52C5-273F-EFE98E41433C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AC66D9-4ECB-8917-21D8-210018398161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115.5%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4042CC-D735-29E5-61A2-98F9B7631E5F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6758C-9D50-0C15-9016-9FA87460229D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E62E75-E9A1-02D3-A4D2-FE4E88989E7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5E8C9A-6EE0-4C30-22C8-2AD309EF516B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385.84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0ACFF7-99BF-2C9D-B696-37ABAAAFC63F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5E96E5-3C5F-D199-5E87-597443D7B389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354.94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044EF-5BC1-9AC9-CA3E-3C647C144505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10716A-E8E0-722A-5CCD-ED50816D92B8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399.61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C1D29C-BA03-B7A8-214E-125E1B32CD06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3F5492-F6A4-CE46-9772-CC0680651C41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-13.77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554579-A924-E579-18F0-572C595B0FFE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C7FD38-4693-8A11-1E2A-0AD6A19D4326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103.6%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520258A-5991-92CF-74AF-3689866DBA69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31DB65-2094-5392-1EAA-D61C0866E226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112.6%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9E37AA-C58D-96AF-ECB5-2640C42994DE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6E83C4-00D1-3362-41D4-10D85CE44AFA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9C3961-2E08-65AA-CCD4-0F432B75B1B6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436931-FB06-E823-58EE-65AC9B9546EC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360.89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666EE6-DBD9-BE3A-80D9-8B230F2B8141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45EDEF-5FFB-6C06-28C3-EC1D5F9F2A5C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150.37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5408B9-70A7-76BF-00E8-DCA700A46BC4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28291C-9E88-9FB7-498D-E9208FD588AE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178.13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9D1D7C0-03DE-FE64-4856-DAC8D0CEF53E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70D21B-3B52-2FBF-EFE4-FD8DF1D3D944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182.76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6415976-AACF-2B92-F319-37B902C807D6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433F3D-6531-71CD-4E94-9F62204100DB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49.4%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04271B-953E-A0DE-0BFF-23D143D948CD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C0AD44-12FB-E0A9-5C25-67BE98237FA7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118.5%</a:t>
            </a:r>
          </a:p>
        </p:txBody>
      </p:sp>
    </p:spTree>
    <p:extLst>
      <p:ext uri="{BB962C8B-B14F-4D97-AF65-F5344CB8AC3E}">
        <p14:creationId xmlns:p14="http://schemas.microsoft.com/office/powerpoint/2010/main" val="47477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A9890-0AAF-E9DF-796A-CEF7AE1DB77E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8F241-C70D-07AB-EDE9-D2AF66FCFB46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05 / SMH 03 - Mechanical / Loco Shed Roza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68FF1-CD42-DA90-1457-8931C8276933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BE11CA-283D-9737-D37D-A660ED23659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48375-2659-110B-2931-9BD471B2404A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136AAF2-6391-5A6A-F740-A6670D5AEC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6451885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0A37445-D028-72DE-53EA-92E85DCFB9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963849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7700A84-D9FE-F653-14E7-87359C30EFF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266DB-DCD4-808A-22E7-D924CC18CB8E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622334-D3CF-013D-EF73-26693EBC6AD6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4C8BA-8633-259A-BB2F-9D2EF3FAA7C4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2055B3-0018-FD27-4FB0-ABBF6706EF71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6380C-211A-E55F-B455-236211CA8CFF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0DA34D-32A4-98D9-B528-960799A6531F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AB5CD-7563-12D3-0398-923F1B8110EB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834A2-4F9C-CF17-86ED-18C8AE67132F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393E2F-4627-2DE7-EA71-78C833830042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639800-A47D-37A8-7811-02A9D9BABA29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3E6738-8ECE-760D-4FE4-B4EC7D637115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79C19E-DE3B-E2DF-F67C-2006D348F972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A0B4A-6207-5531-5A4E-FC32DF637538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6E4775-F5A9-F36D-9A48-A2E4D71DBC28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C6F43-B90C-D56F-6902-7B9A3E7B7D3E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35312F-9142-214D-AE18-3535F9005CC7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7A4D9F-9152-C969-3C7E-B2590486B9FE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232.05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FAA6FA-44BB-EB0A-AA0B-48F31A4905C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3B74D1-369F-35B3-4EED-28DD6D54C400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222.21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D8DC99-36AE-F438-F7DB-6F7AA8531D59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6F33B4-5541-1104-4253-AE0F042E187D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255.56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FED776-7D84-38A9-2CE3-3A2C20C427A1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E4EC24-7A71-1E65-436A-2DA81D0A5525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-23.50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D1A4C5-8651-DA95-E345-DC43853E5D24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2D5869-8864-CE60-5DD9-9A253D5B8992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110.1%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421470-0060-117B-1CBC-1F5DFF16B9E6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81553A-C62B-70CB-8FD6-C4FD4E1DA739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115.0%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1D9A3A-0A89-F47B-DB58-6C0C05A8CE88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D73CFA-9270-F3C4-8C68-EDE5D93983A8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1DA5D2-2E1C-B8FE-09FF-17394A5499F3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28C134-C59E-98BB-4169-24EB7D6F5ABA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215.84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1FD410-2EC3-7F3B-A7B1-3B89F606395F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C24922-3F4D-1D5D-F430-B57341491768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183.07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DFE3A-0714-EA06-4747-F09B962381D4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6EC9ED-E442-9890-7B3E-49808F41DEA5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200.01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20B96C-6539-6DF4-856D-DEA140B5870C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A5309A-9D95-C8BB-7BED-8EE6FCC4974A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15.84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D684DC-D2F2-573F-D6D6-A3D9CD73046A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99EF79-F535-A2B2-E8DB-66891390D91D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92.7%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6C75AF-CF39-BF5E-5984-DED36A666C13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08A4EB-65F7-29CA-D5A9-B5682C1AF9F4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109.3%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564396-447D-8335-9099-58A5C129EA3B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7DE72A-315D-25E8-D4F4-4CB97EACA7F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0E47CB6-527C-8F2B-CC4C-33B34706F387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C90829-21FC-AD48-C1FD-3B2B69F1A498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186.48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3AD874-4F1C-711F-8F53-A31E30D1EEE2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9C650F-3A13-347C-907D-2A97EC850CB6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77.70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4D80379-4A82-5032-CF17-895E3D1133E0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0B1032-C23F-0D77-EFF0-6EBD6EA72B60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78.20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D6AEC97-FF95-32BE-0D46-7350E2D34DC3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BDA55F-70AF-A822-560C-934C73E859FA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108.28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24E42E-32D8-518D-A09F-B7D47A229832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5EEB52-233A-EDAE-BBEA-87FD77D3A0D7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41.9%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2759D7-440E-EB70-076D-910FD3CF05B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2BDCB1-AB66-2C82-13A3-3885B789EB0F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100.6%</a:t>
            </a:r>
          </a:p>
        </p:txBody>
      </p:sp>
    </p:spTree>
    <p:extLst>
      <p:ext uri="{BB962C8B-B14F-4D97-AF65-F5344CB8AC3E}">
        <p14:creationId xmlns:p14="http://schemas.microsoft.com/office/powerpoint/2010/main" val="69294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4E64E9-C267-2724-DCBC-F36253E5B75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6F1B6-6B89-A0FF-7D4F-3F1A27292C5A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06 / SMH 04 - Electrical General / Mechanical C&amp;W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8C7E5-39C9-08C0-FE1F-E59D05E20892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7B5BF-1D84-6136-3377-F98215605BC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F2AC1-86D0-24AD-F85A-FF79EF934A1E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2582814-1877-7828-D2B1-6D69CB9BAF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777130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0C142BE-0D3A-3511-A0D3-3380A493ED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0600380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812CCB7-40DA-62FB-0933-EC2409ED01E2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58B27-AEAE-E454-4E1D-B90FB4202044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1EF6D-B1A1-3680-B86A-829F7E28D1DD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8EFB5F-630C-9D0B-4001-73887EF4B2CE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7A0889-5665-5C16-00E4-C609FD09DE0B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17863-0F0E-F74F-FA00-52FAE0FBAC10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890F23-6BCD-C9E2-7333-99EB0C422D00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09901-88A4-3276-1119-5548AB7080F2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99CF22-58D5-128D-B0B0-BE735BE97BC9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9941BE-72B4-5144-E678-37AB9A1C10D2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62590C-B85E-27CB-3FC8-5577CC57CDCC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6BB38-05F0-2865-9CC9-049C9DACE46A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AD11F4-B4D0-5AA4-7C35-F321143F4A77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B71E7A-677D-6F5A-9EC2-42EBD70B0823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5790C6-8A60-9931-A427-2111EC6C39F2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2B883C-987E-41C5-40FF-66F329B0BD19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1B4B76-63BA-2C04-A480-4894B550F326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39DC5D-B0FA-CBFA-FFA7-34B856C899EA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117.92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057BA8-3020-7694-0844-87E2F24E49A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B1C5C5-1AD8-3195-CF6A-81FE873356CF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111.97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9D6686-445C-C4A4-8E03-858FDE58AE02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D4FE01-D695-FE80-0D65-263764A17F03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155.14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D1F614-5986-D99D-0129-CC2099532AC0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9150A-753E-5D03-6BB4-DC369937516D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-37.22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DA2ADB-F3FB-3B0E-8ED3-A8172E6A9EA0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67B4B3-2621-3A3C-FBDB-7F03AA68F43B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131.6%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7D0253-D41D-B427-1051-2E2CE9456168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B04E70-F39E-2353-F88C-04114A549041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138.6%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E0FB5C-0877-AAD0-D840-4CB710769421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EB61BD-1BAF-47F0-F052-89E5DB8B178C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E6366B-A44D-840A-AC99-5004CE189D2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2B5ACC-EC17-E958-9862-2462B033F68C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82.98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FF4B116-84AD-B7A3-30DA-64B720789731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3C7245-8EC6-2730-F3E0-A1F9F6B18262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97.55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8A2D90-0488-1040-6317-28E0B912EA3C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7843F4-7D94-B381-3BBB-1BC2FB831286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151.16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693EA2-7AC2-8B12-443E-D8EC52D04CBB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9CF2DA-F46F-8592-3D3F-605B927950C5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-68.18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690AF2-53BA-905C-26D1-6EAAD960AAD5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54E9FC-AB06-CDA6-B2F7-2CD93EB468A7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182.2%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C4A05B-88C0-5BE9-5F17-278AA031EACB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095836-F78C-2F6A-D5D1-EE84BE6C38D7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155.0%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3A3B93-2B96-9F0A-0008-7E8D0530E7DC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D6DE0D-E576-39F7-0733-24ABBB49C5C6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0874796-ECFF-B7F5-4429-7565D3225554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279743-715A-6008-3CF5-88D95B617F6A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135.36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38238FC-8092-7020-E8D6-38B248205961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9634D7-B9AF-0C3C-4FB2-65EECDA9CDA8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56.40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1BDDB57-C6FA-6FAE-FE41-021190ED86C5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520A74-D6B9-4DA4-F7B0-6FA974BC048D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91.11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363D4D-6D7B-B94B-5579-957A7AB9278E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FF05A1-DFAF-2683-EE8D-54C86950C78B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44.24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17218A6-2712-E9BC-0811-378F0FDE2779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9226F8-4FF5-F53D-78EE-15D20B0F1796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67.3%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B76D90-0DB8-1491-6382-6C34D07E7994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9A652D-A84C-82ED-DF3B-AA9536CAC9AC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161.6%</a:t>
            </a:r>
          </a:p>
        </p:txBody>
      </p:sp>
    </p:spTree>
    <p:extLst>
      <p:ext uri="{BB962C8B-B14F-4D97-AF65-F5344CB8AC3E}">
        <p14:creationId xmlns:p14="http://schemas.microsoft.com/office/powerpoint/2010/main" val="169171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74D227-4209-DB0D-1185-B719EBE04B8E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577F1-D7FA-340D-05C1-D3C4D882BC84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07 / SMH 05 - Signal &amp; Telecom / TRD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2AD7F-5EB0-849A-D1BA-BB5015631789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A3A7C-E864-5C86-6F7A-E23B186D5018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C2560-665E-60FB-34FD-C4282766AF82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CEBE09-8D0E-E09B-5B29-02DE40C470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327432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F543680-CF22-492A-6471-A9E3DAEFAA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5759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FE87791-F944-5FC7-5FE2-0740D0E4292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CB238-A65F-E4C5-D3E3-DC5C8CC788DD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FCD46A-9B70-4000-ED57-55589B39A7FC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52A77-83C4-A111-F78E-FBAE132B447E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B8931B-06BB-62A9-E4DE-97A381AE6943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EAC57-AC0E-52E1-BCF4-0879C369DD95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F352D-4921-FFA4-9CE3-FEBC2634B7A9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213819-0562-9F0D-92C6-249622268978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0AB3ED-DBFD-F1C4-E0CB-903EC3CE41C3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702A47-DEE6-3C2B-1CAA-E81CB96D9731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3180D6-5A9D-7691-28C2-BE7540E389AA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7FDF06-7564-5A08-C99C-528246D7935D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1A26BE-4C54-6674-3BAF-2849D7264202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D40B05-AEC3-CF62-0A0A-8197821E1468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607374-62AA-F17B-AABD-D47D6A8D85EA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B73877-A3A9-6345-677E-4D528ADF589D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05B93C-38E6-306A-3A8B-06E4853C9838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5960FF-78E8-DA64-AED8-60201F6F49E0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203.31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988769-13D3-74A9-9539-1E6C4D7950FA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11E05A-12F9-A12C-BB93-2793D8DC2230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190.44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7F45A3-B7AC-32E1-6DF9-B1A10F123E8E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0CC88-0010-1CF0-186B-925F37EEFED7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199.62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4A09C4-4863-585B-A2B9-05764B8778E6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C20BE8-96AA-6F7F-6E8F-348E4F1E6D87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3.69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A24DDE-254D-1DBE-14D4-C1701BF2CD2B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7C3196-6504-076A-3F9C-18E6F9D35E3D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98.2%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A38C34-B34C-9AFE-976B-6AEF2C8124DA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D4AF3B-EC60-6F08-9389-7BA9A2923607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104.8%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383531-225C-9C9F-2543-BB8F74FF8263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F66AE9-DAB1-48B3-A018-735B2839F7CB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939781-F66D-67D3-3E96-8CE935903D4B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F4232A-2CF4-1150-D4BB-1C4070D87917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231.82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9E1AE7-5BF9-FC33-219E-3FCB5E16ED59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F52BA1-3A41-B842-0FFA-8F5A936CD14E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213.91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25513A-61A2-9D56-4529-9680A4DAEEED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BF5FD9-473D-667A-F1DA-800CE3E5295B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217.16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92900A-D9F4-16FA-E40C-2F23F84A19CC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B036DB-02E7-4E7F-DEFA-13468A998192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14.66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4B415F-FB45-5FA4-6094-8E762C69A580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BFB957-964D-E6B0-3C85-21F7A5A7A0B8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93.7%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39DC30-113B-2A6F-4EC6-8D3E74455798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2ABF36-CBD3-ECF7-6F62-126E1ED87A98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101.5%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BE97B4-192E-88FA-4AEF-506FC5584753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0A3B11-6DCC-0FEF-0DCD-D783C3E26DF2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98179A-50A5-A144-29F0-965D00B8B16B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BF82B5-4F18-3593-26F8-6DDE7D1DD109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206.00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557E830-FAC5-27D0-4408-900CBACB46B3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76F49B-A50F-EB2F-F64F-D43DB82BF955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85.83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9DEC41F-BA48-B683-73F6-3A8BD6185A8F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B2AF83-5DC2-E727-E775-105923E62E5F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99.50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19B5ED-EF8E-0354-45A1-2C028B4DDBE7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6E8803-4D38-74D1-C2B6-3CB6E0AC72AA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106.49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394ED4-E2BF-2FCF-53AC-3A14F28FDC85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7FB8EA-7331-7E01-1F42-0ABE67C09D59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48.3%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B3C6F25-BC89-C052-874A-D99DC3DEAB72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CD6015-6E1C-3CB0-5416-E1B5F8E684EC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115.9%</a:t>
            </a:r>
          </a:p>
        </p:txBody>
      </p:sp>
    </p:spTree>
    <p:extLst>
      <p:ext uri="{BB962C8B-B14F-4D97-AF65-F5344CB8AC3E}">
        <p14:creationId xmlns:p14="http://schemas.microsoft.com/office/powerpoint/2010/main" val="419413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C03C17-305B-E2AE-95D2-972E68A3B255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C3A45-C47C-5986-D257-CA6FD3CA6DAC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08 / SMH 06 - Mechanical / Running Staff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33635-E58E-79A1-4394-672E4CDC69AD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6313D7-D6A1-AA5F-870D-C07868A544DF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AB66F-03CE-7E34-A40D-5B6DA0E06D34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C4DAE9C-E444-33DC-0C39-A7FE3EBD6C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3621411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3036128-7195-5FDA-E720-1A043837F0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031570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4FBBC66-97DF-7159-64F1-946F65A2EF1E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19C83-97E0-0D52-D2F7-DC6C840525A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6DD31-0D24-5F9A-7CCE-DF578CDC5990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C5F05-6DE2-19AB-ECD0-839C41F2DDE5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B28C2-2D72-A176-F507-33702CFF3132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3E325-FB67-BCCB-EDA5-CD870E8DD147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798F07-3B2F-E478-4626-E78E57F87865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8853A-1E0B-8657-113E-2CBDEB07FDCA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8E64F-BB4F-EFB0-C33C-24A034F73DBA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AC4D53-EC48-9799-9291-93FC25714A61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C9BCAB-D485-ACEE-BAFA-20E1462B219F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B5A64B-267A-FD3D-ECE9-35EA55F771C7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62CC41-60BE-793D-3BCD-6296CDD87F57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DC7DF8-5301-F6A1-E3FF-9E5DD3E24119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0B7EBE-CF5A-862A-46AA-B059EE6A29C2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091407-87EC-1ECB-A9F1-C3F775F92D2B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C1C9BA-49BB-A858-FDA6-85FE13E6A7DA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67316B-1B04-1826-DA75-5274021EABFC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353.49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E141D7-1ADC-4075-A0AE-95318494CC1F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418BAC-78FA-8C4A-2E23-AFE10341263E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324.82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07C21B-50BA-5D9B-CFF8-04FB64CF42D5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8E8638-E08C-8684-FA3D-BDC7986FD625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373.91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0D4F45-F7A2-AEDB-6A59-B2F4BF445373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743FA3-95A3-1561-A08E-12E99CE76007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-20.42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E34031-3E2C-3989-3A0F-CB052B729A47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44B069-6877-DDE5-3574-ECB84CF8A2BA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105.8%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F55516-9C7C-74E8-8FE0-BA6CE2EA1480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B31BE4-3C61-8227-86B7-9850DB247A7E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C2C686-5A22-8FEC-0883-7005E1CABF73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523D33-3C61-FBE6-F453-AE9325426D44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593EAB-B18E-4147-32A3-F0511C87CB35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416B9F-805D-D932-0880-769B9CFBC2F2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346.54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F0A60B-7B94-4D75-B0A9-7BF721334444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81A1B2-A6ED-7615-8414-80FC3BAC3A87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304.95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C5DA70-BD66-063F-D3B0-937EF79E1D69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7A00A9-6769-6512-50A4-AA0050F23CF3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380.18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C56123-3E75-8CAD-C6BE-5CA48DDC7A7F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35124F-1EB2-E68D-72A6-CE36E6E79014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-33.63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384BDA-7FBB-3FD4-8DC4-23FC536BC82A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5A0829-408F-E3AA-D5FA-3D9CF0CB74D0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109.7%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03522A-7450-AF33-A47F-79DA6473E267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CCBFB9-DC4B-FBE8-34B3-23BF88813858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124.7%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8351D2-6A91-F279-5051-AFF9C782C618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752F14-48B3-7EBF-16B2-BC791391E56B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C033A47-63F3-D0CA-14BA-785BCBC57503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39EE11-8C9C-6538-5554-8929285F04D6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335.26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35CD14-3F5E-5B01-5C21-FD5CC97333E4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F13C41-CA71-B7DF-7EEC-32DCE741FC65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139.69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FEBA651-B220-8EF6-E68A-2737FEAFADB9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9FABBE-92B9-46DE-C046-80AFD5371326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197.86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2ABECC-1B83-B146-282D-62DB88C88B2C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9A64CF-3ECE-C7E4-3051-84A0B604974F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137.39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CEE803C-8C0A-90C7-161A-466B5E4F332F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33F5A6-9EF2-3C7F-4E6A-5E6DBE312542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59.0%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A2E252-2C93-BA0F-E59D-D5A18D04FC7D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596750-8360-808F-75A9-C9DA943B8DCD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141.6%</a:t>
            </a:r>
          </a:p>
        </p:txBody>
      </p:sp>
    </p:spTree>
    <p:extLst>
      <p:ext uri="{BB962C8B-B14F-4D97-AF65-F5344CB8AC3E}">
        <p14:creationId xmlns:p14="http://schemas.microsoft.com/office/powerpoint/2010/main" val="274136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E7F141-D0A4-26D9-D1B9-82C7607F578F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5A9D6-BAB0-0249-8086-ED3669264F02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09 / SMH 07 - Operating / Commercial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9A2DF-DC79-1046-6BDF-79E7F6C6E031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15F31-DF74-E7B2-C71E-698263B5A34E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84422-EF4F-9FE9-8EA3-91FBF412BBCF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43BC614-807C-0C4F-AE85-6221CCAF5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094769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B21624-A464-3350-BB7A-111C6F390C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6254564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AE57094-5807-5DE0-27E5-D271D1DFC80C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B2B36-ECC6-9266-7A61-F3077F86EEB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23C318-C9C2-3929-DAAF-977C01095223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A2AFC-3A72-6427-17B3-5E99A4D63588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FB18E-560B-5331-8119-D80AD713114B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4C8E0-A212-0535-8498-374B0394CDE0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23196B-DA23-226D-C9EC-3A7BF9888EB8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49E2A6-D958-7BC2-52EB-B57D0532B6B6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1FCA3F-16A6-FD76-CDDA-C8F086EE4B72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868959-5B87-2F2B-57A3-ED8DB90C824A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6B535-0E30-DED2-D820-3A6D9DF3EBF8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A9CB93-BF05-B456-66D0-EDD479209AB8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38E84-A2E8-C7CA-E508-3D8F12A2BA35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3F178E-4D0E-E08F-F0E3-9681876D38B1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AC74CE-4FE2-3EDD-DAE1-A9549F0A909C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90BCFC-6A06-34A1-3692-DB3FD0E6C4FA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DA36CC-C6BA-2BCF-3A07-9660216F91DF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81623F-CD3B-7915-AF96-0694ABE787B4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454.11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8F5501-CAB8-6181-F34E-FFA3358C0C2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0F9BFD-33C2-B57E-4289-B1C61F5CD071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419.83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D9590-EFE5-EF23-D30E-6289F7F950DF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D979D5-517B-CFB0-F115-C6AED831A064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488.21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5F97AA-FFBA-8B3A-C73F-92D44A934869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9048E7-9DE2-1DFE-372F-9D0B0B31D119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-34.10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365B9B-ACAC-EC33-89BB-C61BDB8610B7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D88805-24AE-00D9-9419-0680D668789B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107.5%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A3A93A-3A98-AE62-F195-78A7EEC7A114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3DD9B1-4D1E-EA54-7CDF-4F26A3EEA8F4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116.3%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003501-9DC6-E4F2-1898-E603494DAFC9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40E4CF-D575-B985-A323-272A6AE00A43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7A5F11-CDC1-F422-638C-04170C6A133A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31DA03-8E34-3B95-FE1B-7117530DFD4F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469.25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DC0346-CCCD-1964-F96E-22F7B6804903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8E0E08-C473-18B8-1E0C-7F5F9B096985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430.15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98502A-D173-71DE-FF48-FCFE79456B03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6745D6-C5E1-E7C3-AC76-6DC8F7C85F0D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494.76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D65A87-BEB6-ECC1-25A6-4EFF21084E23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8ACD86-869E-67D8-6A9F-7EBDEDEBF449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-25.50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AB7CE96-9A41-AFF9-91B2-EEFA59353B48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27569C-1FD7-BCDB-B597-1353D1257DEE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105.4%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740444-895B-6E4B-031C-E0C4BAC466AC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3D33F5-A822-795D-A7B9-7A677582AD35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115.0%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5925E8-1D1E-4223-C974-6821940F7ACF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3BFE1F-601E-BAA3-2C2E-5F0BFAEEE1A9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6DA4AD6-B0CD-93D6-55A2-49516A50FAC7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C4F68F-05D2-6D51-C5DD-6A87A57E3B7A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442.88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FF219B-B27E-8FCF-4D3A-F0FFE6DE5C7F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DD94AD-9092-5DB6-950D-6F09A8627C2F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184.53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C46ACB4-B2E7-5BD4-1D56-9F31A8E65EB5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A034D0-E180-8F9B-DCAA-32BFEE4919D1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219.29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F3B21C-2F83-138D-7C42-3881D0B31CFF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DD8683-7009-F165-5149-146A045CCC57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223.59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56DF2E-3413-573E-E7BE-8059E0AA30D4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A2D1EA-1DE4-91B9-0793-B272913314D7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49.5%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9BD32A6-DC37-10D7-A9E8-32918A25FE8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C48099-7C0C-0A92-0C29-99B247C9B749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118.8%</a:t>
            </a:r>
          </a:p>
        </p:txBody>
      </p:sp>
    </p:spTree>
    <p:extLst>
      <p:ext uri="{BB962C8B-B14F-4D97-AF65-F5344CB8AC3E}">
        <p14:creationId xmlns:p14="http://schemas.microsoft.com/office/powerpoint/2010/main" val="3615419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630BC-78B9-67EF-5F47-79153AE3A64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B11C3-7CF7-1339-FD48-7329BFF806FD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10 / SMH 08 - Operating Expenses — Fuel / 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4EB0A-1BFB-57EC-BC30-82697C891E0D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72C8E-C37F-0F4C-D116-2F165EE77A4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80D18-EBD3-E93B-864B-F6C94211C9D1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7F78F07-85F7-D7AE-274E-EF802AD86C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676487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636D730-6BD3-EFCB-604A-1F78D4769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374975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603437A-7EFE-E2CA-3C16-B87745585CFD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C06649-C145-0ADE-E77D-CC695714654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0650E8-CEE8-D549-FA04-35A2F2F3C7FA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1B2AC-69EB-B2D0-F748-0AEA50AE4387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D9D964-D670-933E-79BC-1C1892E288F4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F7660-7BB4-B098-8997-655744F33C27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8A5ECB-DFDD-8292-ACC6-E29A765BACF3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F5E09-694E-CEDF-D021-7392DE04E766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321106-0C19-5BCC-48EE-71ED331B1597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9E4C6-3EE9-4E60-1FC8-842638CC3503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6AC317-73B1-AB61-89E1-8F0B76CFA4C5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33310C-73B8-F454-2C35-169C87FFF1F8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52BD90-7C70-B4C6-57AE-D378A071A1DB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B3325-3D84-C404-27E2-7FF73D3FE382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DC0E76-A7C7-0DB2-865A-FEA9BA893AA6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A53486-01AD-ABF3-05C8-E13FFC5F1CAE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29F5E-22E0-6449-50EF-3B39B46FF562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D29338-D699-E590-DED0-4E7AF3BF9E78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1463.83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72EC8C-164C-AA2A-EFB8-32104B446768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BAC98E-AC5C-1FAF-65F9-C8F69BD05463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1493.81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075438-D146-432C-2437-F9CE933F41E7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6139F2-BBFF-8F15-FF4F-932BF4E8E7F6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1429.02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40DFBC-34E0-7E63-14A3-DBDD4D4EF74E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471BFA-59DD-1222-14B2-2A7C036017A7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34.82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F61624-2F3A-95EB-C4CC-5E8EAEDAB2BC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76BA6A-C60C-822F-2372-42F88395A100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97.6%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79BA5B-E3D1-04BA-E733-8146A0066E47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E33A2A-4278-6FE7-80FA-FBF2A7D227A1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95.7%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B85E2B-ADDA-5C40-4FE7-A7187DFE1EE7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FDD231-A5C9-7365-C983-1161CE5E572E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5B8D9C-BCA2-0CFE-03EC-E439F8A081C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EA2E90-3850-8CAD-5527-B02F1B612A26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1406.43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4912C2-5F67-C5E9-6DA7-73B056607059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D5F0BD-112C-ED3A-A5D1-16F21C4C83A7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1281.16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7A293D-20C3-9EE3-DF83-807D1CA06196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AFE8D3-BE37-47F0-56D5-949FE11C6890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1269.07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DAE623-F9F4-6DB2-4129-9A04897DA4E6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A2A2B8-395D-6FDD-2651-BE30A1A4619F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137.36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BA006E-8D7C-4918-0FF8-E57A6EEE6041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50B8E3-84C5-6E1B-933C-C134E1C0D22B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90.2%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0B4469-35B7-5925-B2A3-2EA8C2A01C58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CBF167-185C-BEC7-AFAA-1C6DE3A59DC5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99.1%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3C8016-3800-07F4-C939-0D76C5ECA2E2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E7C15C-FE4E-9E6D-31FA-B7CBA9162D4F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50DAB6B-FD90-DA60-68A8-AFD0DE0AC384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F41245-E2B5-E6DE-A9D5-F7F4AEDE72C5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1160.72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8D8057-BC03-9A28-60B5-86EFBBC9ED22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32C207-E188-9E48-F7F5-613BB5D9DEDA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483.63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1A2D59-3EB0-233D-CE0B-6B139D2094D9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33A50C-119C-2E73-9D9E-36A6FCC604AD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570.25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9CE4E6-A532-0973-EB48-E354FF287D5B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223816-0686-017D-D2B9-2C0C0B8C7ABA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590.47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AC4FE6B-068F-1231-D209-ABDDB1E45951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B88E79-A632-1FEF-4CF0-BE34F572536C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49.1%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A588176-88B5-4CB8-CA34-41BE3CAEF9C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16A1F2-95B6-7C93-D70F-6137DE9F4EA4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117.9%</a:t>
            </a:r>
          </a:p>
        </p:txBody>
      </p:sp>
    </p:spTree>
    <p:extLst>
      <p:ext uri="{BB962C8B-B14F-4D97-AF65-F5344CB8AC3E}">
        <p14:creationId xmlns:p14="http://schemas.microsoft.com/office/powerpoint/2010/main" val="197029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4F8678-4D97-A352-35B1-08B5FE3E6807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A5064-94E6-FE5F-A39F-6D4A201CFB54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11 / SMH 09 - Medical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E3751-F98C-1633-A1FC-681181E8F297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44850-FD18-E0E5-9484-11EF8869ABB2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CCCF8-0942-0C68-3A28-65A49EC681EC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6C145CB-F432-E2B1-24DA-C1F651BD5B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9236026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7395F3F-691D-5B8B-1A59-8DC9202F7B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25428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8466831-EB04-3D0C-8BEA-C614D59ABEE2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7EE241-3279-8A49-9055-E3CBCCB7ADA1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C77EAC-49F4-426A-7939-0DB5C6519E8D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94360-CA91-DD88-08D7-F111BDBC414C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A36D79-36F7-1DF0-6528-185FE5F951DD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5863DA-7D85-74B2-3CFE-D493A58CEE34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D2A3E-C694-6536-12DB-7706648F1108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7688-7DD6-FD3B-100D-995F815D6EA0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0807A4-1F29-5A62-D591-147B9BC3A17C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8561E9-E250-D33F-A1F3-E12EE05654B1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8989FA-F857-9D27-4389-F37C32D52532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FDF655-0C8E-8220-83FA-0E849EBDB7B8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42A741-B7A3-DB5B-B785-B6D99BD8EC5F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0EB041-3DAE-3873-5821-F8F5E88BA227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15180E-78FB-B984-8D71-6E39D92918A9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460448-9018-5765-0DE1-88DAEB9BE593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A0CDF4-1337-2EEE-FF0A-A2621FF7C3F1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06806-4B40-B778-B4EF-9804AAF65259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113.20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8B9DA1-762C-57B2-938C-5FB429A4C925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95D23-A3C9-D4CE-89B8-C1419E9AD268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117.06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BEF7A6-E0D2-0D42-CE9B-44BA8B7E65BB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515011-CA4B-888D-84EB-C13C9B0AD6E4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128.99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BA9700-1B8D-831A-F2ED-437177A4D4D3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610D6C-DF41-5C91-04AF-00CF29A27102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-15.79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31F039-0E9F-EB8D-433F-63B1FC5E18F4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643AF1-B002-FA1F-B5C5-DCF9B160E121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114.0%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682C8E-E2E8-C5EB-19C3-85A429A1EE1C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CCAD96-3BE5-54E1-D73C-DE17E6D29C04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110.2%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CC4E2C-7632-D32E-CD0B-FC8526B6C657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43D25B-A5EB-4E04-38C9-427BC9665309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1ABAA2-31F8-AFBC-CD39-2F45ABB19C4C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B44C51-8389-11E2-CE6C-29FC29D49029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114.44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AC4228-D9E5-00B0-5B31-52302ABEC729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F8E928-9CE7-31C9-896E-0E229ECF0DA1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118.53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836210-CE6A-89FE-71F3-8A4FCC028C88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DFE1E2-F60C-123E-0F07-7B761F59CBDA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145.16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DAB39B-250B-0B37-E1BC-ACE0AA1B5574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1ED970-0777-4D51-1EF7-F52F986D144A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-30.72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0ACC7E-B516-1BFA-CD66-CE4AF8CBEE51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696703-2E44-7DF8-5DA6-F27AE5ED9563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126.8%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683F81-F467-9178-556E-13AA8F0BE217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00AFBB-4427-5A06-34A5-02FE1561215F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122.5%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A4426E-09C3-FCE3-EB80-6A436F8C9AAF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80E5CD-C57F-82CA-4D55-8CE2600C71D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461D93-918B-D727-B8C1-BF45017569EB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54E306-A718-C951-4097-EBDB34900993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139.28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80C2716-C032-9179-143B-12D2534C9DCD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3C0317-730B-0F85-FFDE-A2EF5D6C57DB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58.03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230553-3E98-7314-A5FB-EBDFB28CAD2A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795B91-AE9A-84ED-6160-3B8DF6ECD9F3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91.70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432901-1480-8A64-7564-908A5C21CE2C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FE906B-057E-6554-CB3F-5C3387C54EC2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47.59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79D83B0-5AA4-83B2-EEDD-86AA7590D639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09AF9F-CA69-DA09-7634-E94CB3365430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65.8%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84334F8-021D-DC3D-E44F-0C104612E36C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B6A955-3C8C-0D8F-D23C-A3306D2A66F9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158.0%</a:t>
            </a:r>
          </a:p>
        </p:txBody>
      </p:sp>
    </p:spTree>
    <p:extLst>
      <p:ext uri="{BB962C8B-B14F-4D97-AF65-F5344CB8AC3E}">
        <p14:creationId xmlns:p14="http://schemas.microsoft.com/office/powerpoint/2010/main" val="208331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249DBF-D0B3-16F5-C20B-1BFDD8D7939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8C860-5506-CD38-63D8-18151B831205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Demand 12 / SMH 10 -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8E468-D059-ACA3-7F02-65BACA374E41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85CAE-5B05-3594-695B-191A1D73F115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D3CAB-EFBD-86B5-4551-C4A299E89569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05508B2-9174-D8D9-D22F-60F13F1236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3899713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7433F80-57B0-0DFB-5902-B17BCC4D3C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571538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D909DF5-786F-B1DE-8524-C3D7CAA48BA7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DE7EC1-F1F4-5462-681C-ECE75DDFA5AD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818D79-35D7-B2B8-2F7B-DF003B6FE971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A965B9-A522-C142-DEEB-F283E6366E0F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F323B-093D-C421-6C4A-D540403C6A09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142AD0-3622-8F17-8926-1B0E3904ECCC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10AA5E-92C2-A962-4259-FD0E3144409D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BB0C8D-D2CB-5C9C-AA07-3166BF535F1D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DA2253-8AB7-DD9B-19FC-4E6F8B9151CE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78715B-33FB-8E6D-9206-D94B78EF2D54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F5A020-ECC9-47A6-F0A8-6314B42142B7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2C6F0B-98D0-E45A-CCEC-C80079844DA9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1AFD9D-BA1C-1CB8-48A2-15C5CA7F8250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1DDA81-E9FB-B034-5E32-CAFE7B2FA184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A8DD03-D649-F031-77E4-1C21C8E0FB21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12132E-6E3D-F0AC-EF8E-8852996AFD7F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3D713A-6D74-70F9-98B4-EEFC56B3C1BB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D56C2C-5977-144E-9084-2C70423EA572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100.52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53DDD0-E6AD-8537-ACCE-6A60F83D69A0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54FB6-2D3C-8292-7807-D00F7784D9EE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93.07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EEA77-4115-0457-8F40-B4BEA97AE5B2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40AE68-7F9F-B9D5-6170-8CCF16860B5B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101.56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8C05C8-C332-62E9-7493-AFE291E624E6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59006D-F451-1E99-FDCB-C162289C5E0D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-1.04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5CC9C2-4EE9-571C-3B6A-F56FA4A27868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D6F2D0-364A-9446-B204-13B6EFE8EC0A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101.0%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5DCCFC-9249-D491-9409-30877BF3AEF5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483111-AD0C-061E-81F9-DFE459C30FD8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109.1%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65FD8B-D925-0AB6-2493-4E7D992B88D0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71AFFB-6296-D423-3AD6-9153EA4F42EE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8C9991-A0A8-5F0D-DD1F-72ECE696C06F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E9E367-DD50-F129-7664-4B2357F4888D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95.84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0B8468-F979-D8B7-E9C5-45199DA41EFA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1EBEDD-C335-8F74-0508-D38B9D9875D3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90.63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E3F57A-B02C-4A4A-16E4-269EB2A4D4C8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AABD79-9F43-CC0F-53AF-D978D1B87F55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102.56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CFEB62-D1A7-59B2-9DFD-2D43D19A8D9A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9C49F7-897A-52CB-AF75-8BF381808289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-6.72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3C175B-FDE2-EE53-FE6F-38F6B089471F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E3B229-C1BE-6352-FF8F-7C393F6E7610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107.0%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BA05AC-BD53-A10D-F5CC-2D71AD9604CF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7B07DB-4334-197E-0AE2-D8F93BD2FE77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113.2%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8F6DBD-70C7-B81B-9EFA-06557AAD45C6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FA4185-CE61-30D0-640A-0022C3132E05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5A4EA7-D136-C654-859E-73D3C312513E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11D80B-0923-6231-565D-EDC97329678A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99.46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19AC5D-16A6-ADE9-A920-6C562B53C66F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F88B21-F187-63DB-C2F5-189939EDED8E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41.44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6E189B-E5BA-F8D7-2470-1597562987E7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98EAD3-CC9B-1116-74B7-C11A81A1B53B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44.18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FF83CF5-ECDB-C327-5574-06A628B860EB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609A4E-0303-99F5-360C-3B9E584F39F1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55.29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86E172E-137C-F978-2B6D-82903F59C8DE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AD54AA-7F23-0332-4D26-07B33364E1C8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44.4%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A5336E-9F34-B508-003B-D386E8840B07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5F7302-FB7D-10AA-5646-813304206F35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106.6%</a:t>
            </a:r>
          </a:p>
        </p:txBody>
      </p:sp>
    </p:spTree>
    <p:extLst>
      <p:ext uri="{BB962C8B-B14F-4D97-AF65-F5344CB8AC3E}">
        <p14:creationId xmlns:p14="http://schemas.microsoft.com/office/powerpoint/2010/main" val="234320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9E044-1B1D-64D7-08A6-D100A6508F1F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7A501-D55C-188D-815D-DFBC148D4AAF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200" b="1">
                <a:solidFill>
                  <a:srgbClr val="FFFFFF"/>
                </a:solidFill>
                <a:latin typeface="Aptos" panose="020B0004020202020204" pitchFamily="34" charset="0"/>
              </a:rPr>
              <a:t>Demand 13 / SMH 11 - Pension &amp; Retirement</a:t>
            </a:r>
            <a:endParaRPr lang="en-US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8E24A-A961-2E9C-F184-0EF91103B6DE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Yearly demand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8608F-95B9-CDC3-2C8B-D5BF40C6BB5C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E5EB6-900B-6B3A-8A00-8A2FE4603492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37F24B4-4291-3DC3-36F8-C20BBAC07B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8244328"/>
              </p:ext>
            </p:extLst>
          </p:nvPr>
        </p:nvGraphicFramePr>
        <p:xfrm>
          <a:off x="304800" y="939800"/>
          <a:ext cx="7747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329AB2A-A079-31C9-CD1B-977D1D675B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5010112"/>
              </p:ext>
            </p:extLst>
          </p:nvPr>
        </p:nvGraphicFramePr>
        <p:xfrm>
          <a:off x="8229600" y="939800"/>
          <a:ext cx="3657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B55B52F-B03B-88FE-5267-1611FD526D48}"/>
              </a:ext>
            </a:extLst>
          </p:cNvPr>
          <p:cNvSpPr/>
          <p:nvPr/>
        </p:nvSpPr>
        <p:spPr>
          <a:xfrm>
            <a:off x="3302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52F3A-09C6-24D3-952E-8ED1C0648E39}"/>
              </a:ext>
            </a:extLst>
          </p:cNvPr>
          <p:cNvSpPr txBox="1"/>
          <p:nvPr/>
        </p:nvSpPr>
        <p:spPr>
          <a:xfrm>
            <a:off x="3556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C594BC-2814-4A6E-37AE-BBD7771AC15B}"/>
              </a:ext>
            </a:extLst>
          </p:cNvPr>
          <p:cNvSpPr/>
          <p:nvPr/>
        </p:nvSpPr>
        <p:spPr>
          <a:xfrm>
            <a:off x="19685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1922BF-140F-2DCF-4E39-3597BFB9000C}"/>
              </a:ext>
            </a:extLst>
          </p:cNvPr>
          <p:cNvSpPr txBox="1"/>
          <p:nvPr/>
        </p:nvSpPr>
        <p:spPr>
          <a:xfrm>
            <a:off x="19939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D49F84-0133-55EC-8D22-416A0BA63A1F}"/>
              </a:ext>
            </a:extLst>
          </p:cNvPr>
          <p:cNvSpPr/>
          <p:nvPr/>
        </p:nvSpPr>
        <p:spPr>
          <a:xfrm>
            <a:off x="36068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866EE-D68E-932C-5474-911C6B59F0B1}"/>
              </a:ext>
            </a:extLst>
          </p:cNvPr>
          <p:cNvSpPr txBox="1"/>
          <p:nvPr/>
        </p:nvSpPr>
        <p:spPr>
          <a:xfrm>
            <a:off x="36322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298D9B-7168-5D1F-4D24-A570FBF95E35}"/>
              </a:ext>
            </a:extLst>
          </p:cNvPr>
          <p:cNvSpPr/>
          <p:nvPr/>
        </p:nvSpPr>
        <p:spPr>
          <a:xfrm>
            <a:off x="52451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7DA99-A7BF-C912-44E3-E3CD26137976}"/>
              </a:ext>
            </a:extLst>
          </p:cNvPr>
          <p:cNvSpPr txBox="1"/>
          <p:nvPr/>
        </p:nvSpPr>
        <p:spPr>
          <a:xfrm>
            <a:off x="52705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7BB515-A881-3913-C94B-C6409FFF02C2}"/>
              </a:ext>
            </a:extLst>
          </p:cNvPr>
          <p:cNvSpPr/>
          <p:nvPr/>
        </p:nvSpPr>
        <p:spPr>
          <a:xfrm>
            <a:off x="68834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765E2-08A4-92C8-A438-4790241DC7BC}"/>
              </a:ext>
            </a:extLst>
          </p:cNvPr>
          <p:cNvSpPr txBox="1"/>
          <p:nvPr/>
        </p:nvSpPr>
        <p:spPr>
          <a:xfrm>
            <a:off x="69088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93AFFD-6F42-699A-6B5B-C7E50280512D}"/>
              </a:ext>
            </a:extLst>
          </p:cNvPr>
          <p:cNvSpPr/>
          <p:nvPr/>
        </p:nvSpPr>
        <p:spPr>
          <a:xfrm>
            <a:off x="85217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BAD9D-3A03-08D6-FBFE-0A4B071BD3B0}"/>
              </a:ext>
            </a:extLst>
          </p:cNvPr>
          <p:cNvSpPr txBox="1"/>
          <p:nvPr/>
        </p:nvSpPr>
        <p:spPr>
          <a:xfrm>
            <a:off x="85471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OBA Util.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C222C3-9BBE-10ED-0A70-82FD5475E354}"/>
              </a:ext>
            </a:extLst>
          </p:cNvPr>
          <p:cNvSpPr/>
          <p:nvPr/>
        </p:nvSpPr>
        <p:spPr>
          <a:xfrm>
            <a:off x="10160000" y="5410200"/>
            <a:ext cx="16383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5CAA2E-C9BE-67F9-838D-96F29AD363D6}"/>
              </a:ext>
            </a:extLst>
          </p:cNvPr>
          <p:cNvSpPr txBox="1"/>
          <p:nvPr/>
        </p:nvSpPr>
        <p:spPr>
          <a:xfrm>
            <a:off x="10185400" y="54356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FFFFFF"/>
                </a:solidFill>
                <a:latin typeface="Aptos" panose="020B0004020202020204" pitchFamily="34" charset="0"/>
              </a:rPr>
              <a:t>BP Util.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CAF0B3-6B36-8EDA-8E39-FBE4E3DB15B6}"/>
              </a:ext>
            </a:extLst>
          </p:cNvPr>
          <p:cNvSpPr/>
          <p:nvPr/>
        </p:nvSpPr>
        <p:spPr>
          <a:xfrm>
            <a:off x="3302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AFDB38-211A-3D59-C47F-C1B44C5FEDE9}"/>
              </a:ext>
            </a:extLst>
          </p:cNvPr>
          <p:cNvSpPr txBox="1"/>
          <p:nvPr/>
        </p:nvSpPr>
        <p:spPr>
          <a:xfrm>
            <a:off x="3556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2D4BE9-2B78-50A5-1B45-E1EE0FE77143}"/>
              </a:ext>
            </a:extLst>
          </p:cNvPr>
          <p:cNvSpPr/>
          <p:nvPr/>
        </p:nvSpPr>
        <p:spPr>
          <a:xfrm>
            <a:off x="19685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F8BFCB-686B-511F-D127-CF728E77696A}"/>
              </a:ext>
            </a:extLst>
          </p:cNvPr>
          <p:cNvSpPr txBox="1"/>
          <p:nvPr/>
        </p:nvSpPr>
        <p:spPr>
          <a:xfrm>
            <a:off x="19939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112.99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B4A789-1455-1758-EB1F-9985D248C862}"/>
              </a:ext>
            </a:extLst>
          </p:cNvPr>
          <p:cNvSpPr/>
          <p:nvPr/>
        </p:nvSpPr>
        <p:spPr>
          <a:xfrm>
            <a:off x="36068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8D242-AB61-45E9-E6B0-DEBEE8FBAA3B}"/>
              </a:ext>
            </a:extLst>
          </p:cNvPr>
          <p:cNvSpPr txBox="1"/>
          <p:nvPr/>
        </p:nvSpPr>
        <p:spPr>
          <a:xfrm>
            <a:off x="36322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110.54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1A1B3-F2AA-296A-83B6-2F9F444A4759}"/>
              </a:ext>
            </a:extLst>
          </p:cNvPr>
          <p:cNvSpPr/>
          <p:nvPr/>
        </p:nvSpPr>
        <p:spPr>
          <a:xfrm>
            <a:off x="52451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73B8C7-6D29-ACD4-D031-1CF3BC8F249B}"/>
              </a:ext>
            </a:extLst>
          </p:cNvPr>
          <p:cNvSpPr txBox="1"/>
          <p:nvPr/>
        </p:nvSpPr>
        <p:spPr>
          <a:xfrm>
            <a:off x="52705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110.64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41B2C3-60AD-E708-A635-59CEFE1D32A6}"/>
              </a:ext>
            </a:extLst>
          </p:cNvPr>
          <p:cNvSpPr/>
          <p:nvPr/>
        </p:nvSpPr>
        <p:spPr>
          <a:xfrm>
            <a:off x="68834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0CB580-2A56-E9AA-ADB8-E0073A1254EF}"/>
              </a:ext>
            </a:extLst>
          </p:cNvPr>
          <p:cNvSpPr txBox="1"/>
          <p:nvPr/>
        </p:nvSpPr>
        <p:spPr>
          <a:xfrm>
            <a:off x="69088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2.35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8D2138-32D6-110D-8837-C6C9421BA3F8}"/>
              </a:ext>
            </a:extLst>
          </p:cNvPr>
          <p:cNvSpPr/>
          <p:nvPr/>
        </p:nvSpPr>
        <p:spPr>
          <a:xfrm>
            <a:off x="85217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B3EB1C-42D7-0DF6-9B41-12DB26D236EF}"/>
              </a:ext>
            </a:extLst>
          </p:cNvPr>
          <p:cNvSpPr txBox="1"/>
          <p:nvPr/>
        </p:nvSpPr>
        <p:spPr>
          <a:xfrm>
            <a:off x="85471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97.9%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2D7542-E43C-190E-B3C4-1B07E6FB7019}"/>
              </a:ext>
            </a:extLst>
          </p:cNvPr>
          <p:cNvSpPr/>
          <p:nvPr/>
        </p:nvSpPr>
        <p:spPr>
          <a:xfrm>
            <a:off x="10160000" y="56769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58D985-1294-F5DD-6B7A-38ECC65D746F}"/>
              </a:ext>
            </a:extLst>
          </p:cNvPr>
          <p:cNvSpPr txBox="1"/>
          <p:nvPr/>
        </p:nvSpPr>
        <p:spPr>
          <a:xfrm>
            <a:off x="10185400" y="57023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100.1%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EB278A-8AF6-203C-7449-5E6D62ADC1B1}"/>
              </a:ext>
            </a:extLst>
          </p:cNvPr>
          <p:cNvSpPr/>
          <p:nvPr/>
        </p:nvSpPr>
        <p:spPr>
          <a:xfrm>
            <a:off x="3302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2CA519-F825-5BB2-8754-91DDDBAFD300}"/>
              </a:ext>
            </a:extLst>
          </p:cNvPr>
          <p:cNvSpPr txBox="1"/>
          <p:nvPr/>
        </p:nvSpPr>
        <p:spPr>
          <a:xfrm>
            <a:off x="3556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71BA3C-C808-5223-22C5-F66017A4193A}"/>
              </a:ext>
            </a:extLst>
          </p:cNvPr>
          <p:cNvSpPr/>
          <p:nvPr/>
        </p:nvSpPr>
        <p:spPr>
          <a:xfrm>
            <a:off x="19685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FCE03E-BD94-D837-D19B-A350C334CBBE}"/>
              </a:ext>
            </a:extLst>
          </p:cNvPr>
          <p:cNvSpPr txBox="1"/>
          <p:nvPr/>
        </p:nvSpPr>
        <p:spPr>
          <a:xfrm>
            <a:off x="19939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130.56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1AFBAF-11D4-E558-C60E-948430302582}"/>
              </a:ext>
            </a:extLst>
          </p:cNvPr>
          <p:cNvSpPr/>
          <p:nvPr/>
        </p:nvSpPr>
        <p:spPr>
          <a:xfrm>
            <a:off x="36068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240268-B31A-8F99-95D2-20CB651B621D}"/>
              </a:ext>
            </a:extLst>
          </p:cNvPr>
          <p:cNvSpPr txBox="1"/>
          <p:nvPr/>
        </p:nvSpPr>
        <p:spPr>
          <a:xfrm>
            <a:off x="36322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96.93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0F752A-6DEE-CA62-62ED-736906EFA94D}"/>
              </a:ext>
            </a:extLst>
          </p:cNvPr>
          <p:cNvSpPr/>
          <p:nvPr/>
        </p:nvSpPr>
        <p:spPr>
          <a:xfrm>
            <a:off x="52451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C7504C-BBCB-0846-CCB9-C8C6BD8CD0E7}"/>
              </a:ext>
            </a:extLst>
          </p:cNvPr>
          <p:cNvSpPr txBox="1"/>
          <p:nvPr/>
        </p:nvSpPr>
        <p:spPr>
          <a:xfrm>
            <a:off x="52705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122.68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37B467-F743-C888-65C8-2BC61656C4D0}"/>
              </a:ext>
            </a:extLst>
          </p:cNvPr>
          <p:cNvSpPr/>
          <p:nvPr/>
        </p:nvSpPr>
        <p:spPr>
          <a:xfrm>
            <a:off x="68834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81C15B-20E5-FDDF-9FA2-09D86F4EEEF7}"/>
              </a:ext>
            </a:extLst>
          </p:cNvPr>
          <p:cNvSpPr txBox="1"/>
          <p:nvPr/>
        </p:nvSpPr>
        <p:spPr>
          <a:xfrm>
            <a:off x="69088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7.88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CC4463-6F49-9FF5-69F7-3CFB77A514D3}"/>
              </a:ext>
            </a:extLst>
          </p:cNvPr>
          <p:cNvSpPr/>
          <p:nvPr/>
        </p:nvSpPr>
        <p:spPr>
          <a:xfrm>
            <a:off x="85217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FA77AD-C8A4-D05E-1D42-221EBAE3195E}"/>
              </a:ext>
            </a:extLst>
          </p:cNvPr>
          <p:cNvSpPr txBox="1"/>
          <p:nvPr/>
        </p:nvSpPr>
        <p:spPr>
          <a:xfrm>
            <a:off x="85471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94.0%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B88365-5D34-779C-892D-B1BF4A1114CA}"/>
              </a:ext>
            </a:extLst>
          </p:cNvPr>
          <p:cNvSpPr/>
          <p:nvPr/>
        </p:nvSpPr>
        <p:spPr>
          <a:xfrm>
            <a:off x="10160000" y="5943600"/>
            <a:ext cx="16383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9EC748-D24A-5448-46FF-1D2B475397AD}"/>
              </a:ext>
            </a:extLst>
          </p:cNvPr>
          <p:cNvSpPr txBox="1"/>
          <p:nvPr/>
        </p:nvSpPr>
        <p:spPr>
          <a:xfrm>
            <a:off x="10185400" y="59690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126.6%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7D4785-93D1-9953-CF40-5BE7C4A44C44}"/>
              </a:ext>
            </a:extLst>
          </p:cNvPr>
          <p:cNvSpPr/>
          <p:nvPr/>
        </p:nvSpPr>
        <p:spPr>
          <a:xfrm>
            <a:off x="3302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8CCF53-27A5-98C7-16FB-CB390C4A5DEC}"/>
              </a:ext>
            </a:extLst>
          </p:cNvPr>
          <p:cNvSpPr txBox="1"/>
          <p:nvPr/>
        </p:nvSpPr>
        <p:spPr>
          <a:xfrm>
            <a:off x="3556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F985F6-9512-E4CC-6A38-680C63564441}"/>
              </a:ext>
            </a:extLst>
          </p:cNvPr>
          <p:cNvSpPr/>
          <p:nvPr/>
        </p:nvSpPr>
        <p:spPr>
          <a:xfrm>
            <a:off x="19685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D6E7DF-3934-64B0-E942-CABC04EF37AE}"/>
              </a:ext>
            </a:extLst>
          </p:cNvPr>
          <p:cNvSpPr txBox="1"/>
          <p:nvPr/>
        </p:nvSpPr>
        <p:spPr>
          <a:xfrm>
            <a:off x="19939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129.11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0B55B12-7B6A-78A4-9286-088FF650DBE0}"/>
              </a:ext>
            </a:extLst>
          </p:cNvPr>
          <p:cNvSpPr/>
          <p:nvPr/>
        </p:nvSpPr>
        <p:spPr>
          <a:xfrm>
            <a:off x="36068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3EAE0A-C056-35E0-8828-37AA1B7AA17B}"/>
              </a:ext>
            </a:extLst>
          </p:cNvPr>
          <p:cNvSpPr txBox="1"/>
          <p:nvPr/>
        </p:nvSpPr>
        <p:spPr>
          <a:xfrm>
            <a:off x="36322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53.79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BB2E3F6-CD7A-BAA5-A397-809A14CEE923}"/>
              </a:ext>
            </a:extLst>
          </p:cNvPr>
          <p:cNvSpPr/>
          <p:nvPr/>
        </p:nvSpPr>
        <p:spPr>
          <a:xfrm>
            <a:off x="52451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D4EB99-D023-813F-196B-489C1DDDD147}"/>
              </a:ext>
            </a:extLst>
          </p:cNvPr>
          <p:cNvSpPr txBox="1"/>
          <p:nvPr/>
        </p:nvSpPr>
        <p:spPr>
          <a:xfrm>
            <a:off x="52705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53.27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342B15-49EA-6E06-7C34-A9A4CC4371B4}"/>
              </a:ext>
            </a:extLst>
          </p:cNvPr>
          <p:cNvSpPr/>
          <p:nvPr/>
        </p:nvSpPr>
        <p:spPr>
          <a:xfrm>
            <a:off x="68834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2A10DD-E75F-E418-9563-D321E7C0A000}"/>
              </a:ext>
            </a:extLst>
          </p:cNvPr>
          <p:cNvSpPr txBox="1"/>
          <p:nvPr/>
        </p:nvSpPr>
        <p:spPr>
          <a:xfrm>
            <a:off x="69088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75.84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46984C-6166-499F-9819-02A84E7CAB7C}"/>
              </a:ext>
            </a:extLst>
          </p:cNvPr>
          <p:cNvSpPr/>
          <p:nvPr/>
        </p:nvSpPr>
        <p:spPr>
          <a:xfrm>
            <a:off x="85217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8A0C99-0049-E186-0E00-D39586CC4E5B}"/>
              </a:ext>
            </a:extLst>
          </p:cNvPr>
          <p:cNvSpPr txBox="1"/>
          <p:nvPr/>
        </p:nvSpPr>
        <p:spPr>
          <a:xfrm>
            <a:off x="85471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41.3%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C7BCBCA-41FB-7C35-C1C8-B8927A796A04}"/>
              </a:ext>
            </a:extLst>
          </p:cNvPr>
          <p:cNvSpPr/>
          <p:nvPr/>
        </p:nvSpPr>
        <p:spPr>
          <a:xfrm>
            <a:off x="10160000" y="6210300"/>
            <a:ext cx="16383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7CF1EF-21D6-78AA-2D7C-B47D52FB4A8A}"/>
              </a:ext>
            </a:extLst>
          </p:cNvPr>
          <p:cNvSpPr txBox="1"/>
          <p:nvPr/>
        </p:nvSpPr>
        <p:spPr>
          <a:xfrm>
            <a:off x="10185400" y="6235700"/>
            <a:ext cx="15875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00">
                <a:solidFill>
                  <a:srgbClr val="37291F"/>
                </a:solidFill>
                <a:latin typeface="Aptos" panose="020B0004020202020204" pitchFamily="34" charset="0"/>
              </a:rPr>
              <a:t>99.0%</a:t>
            </a:r>
          </a:p>
        </p:txBody>
      </p:sp>
    </p:spTree>
    <p:extLst>
      <p:ext uri="{BB962C8B-B14F-4D97-AF65-F5344CB8AC3E}">
        <p14:creationId xmlns:p14="http://schemas.microsoft.com/office/powerpoint/2010/main" val="3150242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513993-2E33-4A40-8E74-D0E04811D0EC}"/>
              </a:ext>
            </a:extLst>
          </p:cNvPr>
          <p:cNvSpPr txBox="1"/>
          <p:nvPr/>
        </p:nvSpPr>
        <p:spPr>
          <a:xfrm>
            <a:off x="2032000" y="2413000"/>
            <a:ext cx="812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Selected Primary Units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DF434-00E6-75B7-08D8-5623A9800829}"/>
              </a:ext>
            </a:extLst>
          </p:cNvPr>
          <p:cNvSpPr txBox="1"/>
          <p:nvPr/>
        </p:nvSpPr>
        <p:spPr>
          <a:xfrm>
            <a:off x="2286000" y="3238500"/>
            <a:ext cx="762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F7EAD9"/>
                </a:solidFill>
                <a:latin typeface="Aptos" panose="020B0004020202020204" pitchFamily="34" charset="0"/>
              </a:rPr>
              <a:t>Editable month-wise yearly line comparisons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52E20-2CE7-ACF8-344A-C9FD2FBCB7A2}"/>
              </a:ext>
            </a:extLst>
          </p:cNvPr>
          <p:cNvSpPr txBox="1"/>
          <p:nvPr/>
        </p:nvSpPr>
        <p:spPr>
          <a:xfrm>
            <a:off x="2349500" y="4000500"/>
            <a:ext cx="7493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700" b="1">
                <a:solidFill>
                  <a:srgbClr val="6BB2F6"/>
                </a:solidFill>
                <a:latin typeface="Aptos" panose="020B0004020202020204" pitchFamily="34" charset="0"/>
              </a:rPr>
              <a:t>PU 10, 11, 12, 15, 20, 25, 26, 27, 28 and 32</a:t>
            </a:r>
          </a:p>
        </p:txBody>
      </p:sp>
    </p:spTree>
    <p:extLst>
      <p:ext uri="{BB962C8B-B14F-4D97-AF65-F5344CB8AC3E}">
        <p14:creationId xmlns:p14="http://schemas.microsoft.com/office/powerpoint/2010/main" val="3451954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949991-28AD-E3B4-F6FD-488939703F92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51CA2-93D2-C750-923C-011983C8D38D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- 10 - KMA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1188F-3D29-971E-3D14-041B448E1DD3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DC7C4-AC46-993E-3314-D111857262E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583EC-FDA2-3EE0-F56E-0AB32E2796D9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19F4D58-1F11-BAAC-08F9-5C6BE8A1F2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8742254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F272694-6B22-BA79-3E69-552F478397FE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73C53-FC75-A23A-271F-004F92BE5121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D7CCCE-C203-5165-6281-8B62A185741D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2F54F2-0E91-94F0-DC9A-EE2258CBB69F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48DB8-7495-B242-5630-9C74E993397D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C1FFC-6947-FEE7-5D7D-9D445D6E8B08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1B2C52-6584-FEA4-17F4-69299BA2A1B2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BBA793-F029-C0B0-DE21-1750C7BA8BB3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B2037C-A117-073A-34BD-1D3A7A1DE14F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B12707-8EBB-D536-1031-BCE2995DEC93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1747F-442D-08CE-40BF-128A372E0133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A74FCD-EDFE-7622-ED4C-32D5FBC38A04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ABB454-3C99-B684-D5C9-38B8F50A5FFA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6CF015-2105-E714-99B0-78066075C37A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6BC802-7A97-DA5C-63A9-B7D3DD0FCCCE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78E2A0-1978-7849-60DC-24B52CC07F0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61914F-74DC-8788-F8BC-9EDCC32B60ED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D8BA82-FF72-F026-EFEA-9FB9988D5BE9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81.5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34C85F-DB08-6172-C9FD-385354F8D784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9F0D28-ABBB-9065-B005-5F43EAFD373F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71.5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A5E89F-EADC-6785-CC7D-1DA454B3E52F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6466FE-2DB6-7524-886E-839797627D7A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76.2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9ED0A4-E712-2413-4514-1960AB4B085E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2E41B5-C2B6-EA08-479B-C042723FC725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71CD60-A5E9-6172-1433-29198659F5B8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5B730C-8DFE-6C67-708F-10192A99DA60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93%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CFDC27-C760-317A-E354-7EBDB83E16FE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1157BD-F164-AE20-C5CD-B0430626C32D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107%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D73267-7447-9987-7ED2-100437427542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369031-7F9D-220C-898F-21292D05575C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00B685-A31A-9835-71D9-239C7CFCD37B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8A3B67-5B22-3CEF-87F8-880B23705E3D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76.5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DE82FA-6444-8CB3-FBE4-8C2E618C5E20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521A15-F8E0-1451-0AFF-E377E9E9558D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70.0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2F5C4E-85D2-C7B6-83A8-8CC493C9701A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6F5398-85CC-23A5-479D-80FA1E90A18E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76.4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2CCAF8-0671-1A8F-4199-8A9FCAC5DDE2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C58862-7F8B-04E5-8AFB-9B52A86C1E5B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5951A84-FF28-6AFE-FD28-DCEB4091D86F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D11E20-3234-E213-D409-AB7A25419672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8688C1-0E9D-9271-DB2C-6E54A49BBEC3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10224E-5A3F-9287-46A2-D9F754EE6B99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ACDBC8-9915-F001-ACCF-DF2AA1BB2EED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D55DB2-CA88-3D3F-4915-F3E6912E2BDB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C28E712-EC1C-8F5A-4B5D-EA3DD4ACEE16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533A28-D789-4BF3-7F53-B997BF954209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68.0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FE8D52-E6E6-F0AA-FDE5-CEE38A3F67F4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FCAF9C-E2DE-FF45-A8A8-444AF1DA8E67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28.3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8FCE47-2F56-3BF8-75CA-A214763B51F0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6F2851-A943-D639-E938-58049C1DB4FE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36.5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0F87F3F-7757-D091-13FE-834C74955F2D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1035F5-C421-03B0-3164-AA3C1A4A24E8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31.6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228EF4-435B-C5BB-A760-5BA272CF86D7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2543FC-1E68-62D7-0F15-CFDF5C4DC71F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54%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B1B28B8-15B9-39E6-09BA-57BDA6251FD9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C66F96-C516-FA1C-B128-B311BD37B151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129%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5AF0545-5429-76B1-A5ED-13E07FF7EF7B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538431-6A92-BB63-2628-050D952A5BBD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CA3E0C-A3B9-D528-41D8-952634489C2F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DE19ED-3661-602F-398D-2DB20CC4D937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A31BBB-F9FF-B8A3-B2C3-5A2B997B1BB5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BD1375-5CF6-C229-6F98-C0D94A198358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BB732CD-FAF8-5F56-7FE4-B0A505EB6FB5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0A299D-7FE3-E999-2C0F-9FE0ED79B54F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218CB74-CE23-34A1-9441-1AB6A53CC465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3D079B-64EA-63E5-6825-C9DF1B8D19E4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751491A-5F9F-82DC-8347-0A30FEBDC4DF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9B9180-6559-94D4-CDB9-3C051F849A15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2AD9374-A8F5-56B7-7C25-BC190E8C2B67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D7BF6F1-EB9A-635E-3268-A37C6BEE4ADF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519F214-2E16-F81A-ED61-AAE63BD3F572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212A88-87A4-F824-7C53-3AEB2B481AB8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E91D8B2-3C55-D2AA-397D-3D69B9F3EA4E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64B6BA-4714-C764-13B5-D4AFE104AFFA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8ECEB9B-324E-8364-1E08-EEFDF57483EF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86A0D8-1EB7-2A4D-4853-E397374E3F04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565F840-E17B-0AFC-9DA1-BEB4A8FC4BB0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9437AFE-FE1E-2BAB-C605-AFADF3A7AB58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0EF1D5-A063-2023-042A-5574E7CA1AAE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F86C19-AF9D-0669-6FA3-0E44B17E3951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1255DF0-7B83-922A-13FC-A24F36D708CA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06B989-EE3C-BB8E-CDA8-577F957AC7F8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E85C34F-E12A-3CBB-C2D1-68CC52B25C70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5CCD98-98D0-9355-76D4-64230AE02AD9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880751E-7792-2A5A-282B-38719007A490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5DB2E0-457A-4D3A-562E-19CD8DB5B61D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5048FFF-E14C-4588-C6CE-ACEBE803C7C0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3CCB7F-48ED-C0CF-3591-E15017ECAD19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6.12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7702011-E5FB-6469-11E0-AEAEDB82C535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A37C3CA-A2AA-4438-4753-0C54734540DD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6.68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A171102-5154-BA75-8E04-A5400237638A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F5591B4-F62D-FC95-B132-50F8E7F80884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BEF7DB5-B405-B00C-DD9B-B448BBED6CDB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894A06-F07D-0C0F-A2BD-BD55633D1162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CC0DACF-DAC5-A1DE-E283-C88152CBE9AA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4D5193-D62D-2F12-EFB9-A1B7F48E330F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6.42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98C679D-860A-2C47-DC4A-5FBE6A9895F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897B06F-B121-89C5-2FD2-3E214158376D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6.47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62D41F4-EF80-CF5C-0EA5-4F2D7F532629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4DBCC2A-FE35-86F7-3DC5-458C19219BC7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6.52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E171053-5513-9FB1-85B0-2D904BF75ED5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3F279A6-12C1-9E8D-A3B3-73A27FEF0CF8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6.35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0B43608-B1F1-1207-F71D-C8D200047663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392AF2-321E-E44B-25EE-448AA856F399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6.10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C2FCBDB-2D77-29C6-ACC7-C22C30AC6E9A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50A73AF-4C6D-6405-5B1D-0862576D22F4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6.45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DF8DC5A-E81D-A0B3-3C5B-B0CC17F246A1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461BAA4-FAA9-BAED-108C-D9509354D1F3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5.95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AB51962-E825-64B0-FCE8-EC1EB668C9AB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FB08ED-094E-5816-34CA-BB033535AD39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71C620E-AE2E-2A76-7EB4-65533FE402AE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1A1FE9C-D190-394D-9C8E-9AA36A44A33B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20432B7-B2CD-523C-8C6A-A74A3D791F65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C508E3E-0736-C755-8C7D-B2080786E2F9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D358841-3E73-F382-59DD-D7124E5753C9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E2F496D-12C1-1A86-36C9-18C2DFADA821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6.37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7571BE3-9729-3713-76C3-BDAACAA2F955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FA6F8E9-15F5-01FB-6905-2B0BAFBF8F8D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6.98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06F49A5-4609-411C-F525-9BA8DF55BC6F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9E782AD-F3AE-5C5B-EE7E-022F1FA79612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6.71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8DDAFBD-D012-3B3B-B264-81BA8BDE1BD1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F407CFE-0FF4-E3DA-E357-0F5A1DD20E03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6.58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EAFE723-D6D9-4466-829D-6A657507DB3D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3A993B2-089A-D455-830F-EBC6409387FB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6.24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EEAE48F-BCA7-0577-E868-095B39A95C8F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4C066AD-CDFE-879B-812C-861B2813140F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0AB1EB7-120C-D4DB-A282-5FB6F8257FC2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1D3E469-08D5-C059-6D87-F4C2C1668AB9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18288A0-8A12-BAA1-F497-97056E678458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344F042-F20A-F3ED-5BE5-E8B40A4140AA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6.21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43E7A0E-B8A8-CA9E-8E9C-9CADFB77BF0F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70C4822-9544-AF4C-763C-4311304C1957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6.17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B878E2E-3FF7-A9C8-9BAB-0A65001B0FEC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B0E56DD-B5BA-CEF5-A363-B0D3495E9931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5.78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B4BD57F-49C8-17B9-CA73-733FCFA197C5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7BDE30B-FEEE-2175-2550-77E5839427FA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6D20377-B23D-4800-318C-67420588B3EA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DE864DD-D213-C16E-6DE0-EF39422D82D9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6.35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48B73F0-7E6C-EEF8-A242-E7BA2BF7B3C4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3B28F3E-B8A5-714C-24E6-8DF4FC69489F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7.14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D0ECC62-46D4-E6E4-D6ED-74590BD1DF03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A7F5532-A1BC-6E49-F50F-49CE25C89850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8.38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D78FAAB-5AC2-2857-96F6-67FC90D537B6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9D4CC98-5C71-5E2C-A0B5-D34EB18C4280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7.17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985674F-AB87-C48B-6EF5-867E214F5981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301D38C-5AD0-3640-9057-9672C7CD637C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7.42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C52014C-3195-6EBF-2C7A-C611829E3F7D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F808EB8-9720-3964-4EC1-95767A701FCE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5FEA9CA-B06B-5D64-8794-3DA932C18DC7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660167D-10A0-5CBE-D79E-65F5AE40360B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41E5352-473A-0F6B-3686-4401508D404C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E7D138E-4617-2F95-0AA6-6B1C96D9C4F2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384D67C-AB00-E03B-0109-51AD38BB3507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8512D1F-1F0C-AB45-06BA-79C28CDC8123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67629B4-9C27-515D-96DA-14061290F452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BE66136-F941-0C68-F61D-E9C461FFDC1E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9465DB0-DCDD-9097-E6F0-90F8D4BB2F39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A9ADE63-5063-E910-E165-C2630E191BB1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446DB48-47DC-2692-9528-68EE38B79984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67BCBAF-1692-CFBA-C7DC-0796C71E0928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957015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87E613-195C-19F2-D656-5884325A5E41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DD583-9F65-821A-EDEF-E7C6B2A86E73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- 11 - 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BDFA9-FA7E-4790-1D82-6013B19A2658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CBEC6E-FBA7-7AD7-A770-92018193C37C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7E5A3-13AC-2507-1EC7-3C6A631C1D83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BB4CF10-7EF3-2906-2CFD-847419AC2D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7617395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6172F6-A436-FCF6-E2F0-4D9A7FA330C4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BDA6F-C6C0-79C8-80CB-53E8BB13C58F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14E478-88FA-F2ED-53B9-B9FA90C7BB2F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E13B8A-D7CB-25E8-A791-76E2A0FA81A2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42755-C9C2-0C9A-5FFD-00468B3C2506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980F5-A90C-9BEC-DDC8-5830E52D587A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B5C899-029A-4DF0-C75E-600C561F858A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300ACF-CEE6-018B-D477-D9F9DAFBBEAB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86901-5E56-13D6-086D-5FF7E42596A3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5D59E-1D9D-CEA9-FEF4-92A1EF8C07EF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201FBD-2843-A152-8D26-F59F82DF8C7A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2B71A0-A291-3D76-ADF1-A85B8E6A1872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9D5F65-BC5F-BB9C-842D-4CEA2E302520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8628A-7567-75FF-28EE-0469D0BE60B8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8DFAC5-819C-734F-C02D-955F75916C4C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68C55D-6103-252F-2E44-58C5705DD5EF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A9CC2D-A76C-D47C-8824-AA5AD13D12EC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87995A-EB99-AD57-E7BC-7F68C9D937E4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9.3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F4C0-34D2-7D9B-1B21-3D6839FFECB6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9F18A7-9140-6440-1938-ECC84E275026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2EFB90-B1CC-B6F5-B760-B55F6BBE2FFA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B87C76-1B14-8CA0-B271-19EECC710A43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9.7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03977C-34B5-1488-A72F-888A46C4D7B2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6E869A-06A1-15A1-196B-B1DE177A8F3C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-0.4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60E7D4-810A-79F5-A707-D680197A8D55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807FE9-C8CC-53A6-4F07-37C0FC26E6CF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104%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EA66E8-9E09-C99D-5F49-BA2DD3CB30AF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71FDE1-19E1-64C2-4553-5B4462EF07B7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132%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E87F07-E1A4-E6C1-EDE9-52F1A013B323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608A27-08D9-7A0D-D8F0-7C2BB8BC9F69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A55BD9-DFDC-E781-BD11-6626CAA58E1D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21AF9D-0D0F-7B04-3718-501C2E2E9148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9.2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709142-6232-4B08-178B-683F4BBB5AB7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B7CEA1-DF55-B3F0-7D43-F7C3285545C8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BD73960-5583-28B2-BFA7-A6E71FA02EB8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19A95E-8070-1D00-217E-2D85D23A000E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10.6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28E4F1-89C4-2F5D-46F1-685F924F415D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6856A4-8D3C-6E66-CE1C-0003D01EAE26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-1.4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ADE04A-21E0-AD9D-FF24-5B3B1F99C56C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7EA1CA-BDFB-2029-C7CC-924CB1931D1C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115%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420C19-15AD-F0E8-8CBB-D6741B1912B1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349DDF-7DE0-7262-75F1-997DA0C9AB76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146%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E65A08-B717-D825-2364-52B526311ABF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CFB4CF-D5D0-7C43-D2F1-2E25F3D8FC5C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B342BE3-4380-2EBD-7383-275F417A24B3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764D01-5A51-CE53-285C-7F82EAF43061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899C3D3-81C0-891B-4D15-FF773A87DAF2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31235A-9253-F73E-89C7-F02B1DDACA41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3.2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A9A69E-0888-4232-224C-616DF4D0CEAA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735C2D-AD53-78BF-57A7-7FF8CB60F733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6.0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E04087-7276-86B2-3F99-CAFB878DCDC6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675B96-507A-1D1A-D26E-EF2099B5F3D7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342422-AEB4-E018-4382-9357E8BB1023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66B0E7-8415-05ED-D397-CCC0FF79C4CB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77%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4FF899A-4C70-B0AF-D36E-6B2FCE5592C3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480A5A-616C-65EF-C8D7-21D6C1683113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185%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BFCCFFE-574A-D58D-485B-5E4B28C48605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603D6C-7C10-77CE-BEA5-1CE64905578B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68BC42B-2C45-779C-5827-879B1104150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F363AD-8950-4F60-F36B-702E0C43C060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069F347-2BFF-0BDF-B4C6-E5A168E04F9F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61CC89-B344-4E23-823A-E19B99B8605D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00F72D1-69AC-CA3A-E4B0-E0B6F6B90B72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559844-4D61-309A-A78D-4E81CB5C8EC3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BD2F2F8-DD47-F7ED-FF29-670095CE8C57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EDF63E-113E-8083-85B0-2A56476C54AD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BB3B495-FA46-8376-DEAF-E2510C3B5C31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95C15F-6C3B-B967-6B24-65DB4456FA44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9FFEFD4-3712-A680-7D96-B9B59D26E662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D3E067-5D72-2839-B68E-41E940FA3F7E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A1EDCDC-5F64-F3DF-7FF9-51389C74C6F7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B0217D-6706-0E82-71EE-440712FF793F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FC0C746-1FF2-4DBE-4CFE-B6CE9CDAE6A1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80D4E6-5733-1C74-EC25-9812DA801730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399F922-C510-5554-DEE4-A780077C6334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9FFAF7-0ACA-7AEB-27A0-7DBA7E8BE633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16EE2A9-3BE6-95D7-2AD9-8D2214F94A8F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F00AB3-0164-6511-FEB2-3F2AC7B0C15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89DE728-708A-1F8F-5F13-6DE9716BC0E1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6C75E00-7458-3D0A-FBC0-1B628F4F5881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2A51431-4D52-3173-513C-3FF9EC72FE53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CE57761-BFB1-4448-11AD-7BA0CC274EEC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D58626A-B7BF-7787-8E2A-476D211974B4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6D67E58-5D12-F2A6-AB42-164197F74C81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97115D9-11D0-F0A6-4A7F-780655C07E23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6E2E317-C631-184C-2361-79181D1CA2E3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1.95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FD8A121-C730-01E7-8A23-FF65296C152C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55FB1D-2694-3907-7755-14B753421782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A38E1EC-5D53-8597-9BF9-F10773D4A03F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7DB510A-4B86-0F60-1D60-3F3E45F6BACD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C433FA-DCDA-CA5B-F6EC-651DC64D690A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4A14DEE-011C-CA02-A12D-B1975246D674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1.07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730C9A6-95C5-455E-DCFF-74883555D141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56BBEF3-6C9A-8065-DD1E-4F5B10614769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8BAEAB9-47DB-687D-3A6D-6B53356A0934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94609C5-8B64-48BF-1520-A3EC5B8613A4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1.58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F19D065-3C6E-BDE3-6166-76351607AC21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FDDB50A-3199-BD14-9E32-2224E1E9F9FC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9610E90-8DB3-EE39-EC50-58B34B52251F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13538DE-D9E0-4EEF-C048-16D2750F40D8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5EDE42C-C980-C918-985D-178C82FE333B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CDECAD1-1D19-9435-27E2-5573615C4A2C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AEBB4BF-0215-2D05-D515-EA759E9D0FC7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FE782F0-9B78-F5E7-6440-D0BACE7CE8A2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DF07127-0578-8E6D-490D-0737BB0E6323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A13DBD6-D7C4-A658-9756-1710F41CE6D0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742661F-7BF6-8782-C6C2-70642C1644D0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EBF5D59-260D-BC02-C05B-2E0BA85B0F95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9BC43CA-E4C8-71C9-176F-083F677C4CC1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C6366A-EB45-1EFE-D1B4-5E9C0AC2A731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02A9571-CA7D-98EA-8565-CF44FD12C361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FA7F5A9-9EF3-DB12-628B-6F6FAFF59096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1.45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56D3B99-F95D-CDBB-5DEF-B76BB90F5AA9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3EE3515-D9AD-E5BA-3272-5E51273D805E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1.43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58C5456-AC57-D047-F55F-0B2824B271B7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62D015-2548-0D44-8779-AFBD07D39C05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2.10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6F0F949-5FD9-175D-B90B-E493F5CCF1C7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6A6D45-AFBC-8F6A-6D65-15530CAB785E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1.27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B4E679C-0143-90B5-8EC7-3B345874A360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734B1DD-C21C-B33A-BE80-ABA6294F9FB0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0.51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0D8A874-EA4F-BAB9-950A-0A8E410E8A54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68DC519-410D-620E-87AF-E785462CA5ED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49D26B5-3BB2-53B3-9F0E-A5AD0798E1E1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97FCD71-E2AF-49A3-2E1A-B5457FA0797C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1.40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F4934A3-0B35-D247-D632-C898DEB5A9FD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581D658-F823-B778-7450-8AB85A3D3A91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1.19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2916142-54C4-84EC-56A9-420BF030AD22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13EA49C-B184-3507-94EE-36FB8D6BA65C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0.05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1D2275F-0D69-8F90-C6B3-27CAB926D612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26DD847-4F88-1130-8575-227486968166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171E1B2-7794-2EEC-7579-4FA088354880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5BCB265-D739-E3F4-7539-C617DD4352F0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0.02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1BEFCCF-98BD-000F-0F40-23F3AB9291DA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20C00D9-79DC-99F7-6711-E60BA53C4799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0.00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077B281-6523-16C9-17E5-5920DF98722F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44EDD83-74DF-2156-9F3A-CC5E68780203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4DF1DA9-017D-8ADA-EA28-8425179CDED4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5B6731B-D026-59A4-B0F0-FE0769B306FC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1.38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2BA91A2-3854-2525-A2A3-B6722B7E4F75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156AB4A-0F34-1F32-B027-6FE3E2B9EDEE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1.70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B58DD91-1025-514B-EDC0-3A2170CE869E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735F4E4-4709-D8D4-7890-14C56287A669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A0893AC-E5B9-E61A-C4A3-26E4329B74B1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D5D1A8B-82AE-AD5C-8AA7-DAA2C8662038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1.08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CDE975B-8E19-1E67-6CD6-41ACAAF4D982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92FB35C-DB01-C344-5215-974E9D8EC2A9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0.48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E75683C-6C2D-DA79-3E49-D69C9E856E03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D81997B-0F8A-8978-6159-902E77F1B190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B028360-7FEC-1255-4145-6DC04604A64E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5099130-0A97-40DE-843F-CB1FB125AC65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0328F5D-6C51-EDA0-0CD8-7D35E69E6E1D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5A1AE4B-9B30-8BB7-F9B2-433A513FA2E9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825E4F9-E5F4-6B85-357C-CBA8FDEA008F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66F82C7-6E9C-F877-9904-9662EAFD9E84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E875CC6-0C83-B0F8-51E7-1FF6A77F32DB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D41F04F-A59A-6625-7921-6D0FF89217DC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572445A-860E-8518-107C-716B1068B618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D29D66-E142-92A4-5A32-DA19571221DC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1DF0B73-9414-22FB-8C0F-F7FAE13F5001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76EA7F5-DCEB-6654-58AE-3B4F111532BA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5001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757C4D-2B2C-ED29-8B5B-FE72208496A5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5DA76-29A4-5594-EE14-6C07FFCD9D1B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- 12 - 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66DB9-E760-A1D2-9AED-49B6F11AEB05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72230F-4215-9B68-4D29-CA5DE2618933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B43DD-642D-77A4-B3CD-3EA99B3C3AD3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4197889-6EFE-C131-78DC-D2ABDCDBAB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7401825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4EB4930-7C2A-C003-8846-6E2556D1F087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ACF7-7178-6D77-FA80-555C2C03A850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EB10FE-0110-5DD1-743F-45B37B38E7E9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0E16C-B59B-6400-3752-2A7FC38AFA4C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C5A11B-706D-C275-297F-3144DF0454D0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78B36-1D24-51B1-3673-3E5699329364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6E80F-952D-B494-E255-43223483C59B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D1A5D-B063-7FBC-F4AA-1DC54A37426D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FDBD89-195F-47E4-B108-BE34EDD2259E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EE047-2145-D140-F4D1-84DB1CD9FF9B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637701-7AB1-EB1E-E1FB-16B5BCFA1347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2EB828-D72B-D3BA-791B-BB13C389F7DF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906A87-49C0-49F4-3EBB-25DE475926A1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15F658-777F-E3F2-D581-FA086B5C0423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55F829-6ED6-EB2B-FE88-9459DF442D4C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2E04DC-2F9F-0385-124B-8D8838E771E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C253D5-AD66-F9E6-3383-9D0CAF6CFB54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33F55E-FF70-4F25-D50D-5EB2D6B8914C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22.8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4CF08E-4045-5187-86FD-12E09A82FDF9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46DDF9-0145-DB84-D6FE-107257E2323A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20.3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BA44CD-9976-51A0-2955-1C25D8F9898E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FA34F-7ECD-31BB-7FE9-E6060A7A8EF6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32.1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6E296E-9428-0FDC-C65A-DA5D62D8D11F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DDEE60-3189-7D0B-6F1E-9E585E7FB3C4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-9.3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58DE11-D34D-FA76-5D49-37E104CFACCB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9EF83B-E692-E045-D714-4B92F2B201BE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141%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E64F50-10B6-D36A-7B04-228A8F458651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2E66CC-B4C9-5409-61D8-CCA3296F2000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158%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9D7304-E4FB-76F9-A57E-D68F02B443AA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EBB29D-96BB-A1CB-03B4-6669D5160A0C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2B8144-C0D0-635E-D8A4-0AFFDD3AC3D6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D6475E-C28D-8F40-EC61-E16E3A26D162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24.5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F3D384-2516-DD7D-B267-FF90356351FB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AE0F5E-3B52-2537-EE18-833C8F3AAA31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24.2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8F5EA7-5044-997E-8EE4-152E0E5989A6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7855E4-F28A-F10B-6DBD-047BEB9B80F1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C85993-CC53-0CF8-554F-0D83EDC048F3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B26139-C63F-E3C1-840E-1497B053E349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-4.9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4872B5-F025-D0A0-DFCF-EA4612A3D547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6BEB9A-C7A6-126B-8B07-0532201138FC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120%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144E71-D47C-6FEE-2C03-0FFC527BA0EA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8BB3E9-8071-D961-8C0A-E1054A432C51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122%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87D36B-78D1-739F-D074-9EF210DCCA02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9723A5-EF7B-3927-4CA5-EBD29C8ADE95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125586-3B6A-D07A-5941-7C1ED4760CDD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EFEA8-495B-2449-5BB8-AAAE6DDC26D9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21.0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11EC0D-2671-9822-9D95-2B3587AA63D2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245A90-F94A-A9C2-205C-487445377404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8.7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B2FF06-C104-2017-334F-EF051C4CAA6A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DB1C4A-3C67-60BC-547A-F69F09562F12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12.2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67B120E-8788-9090-670D-C291F81E7E60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00FF2C-7371-6192-81E7-0ED5CE9074C8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8.7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92438B-425B-BF9E-C8C8-B086F3957EF0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F8D644-BAD5-1BF2-8D5F-FF3AC0758271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58%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C21150-591F-2906-3418-48FEAD4C035E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D6619C-430C-A847-9018-359CDA7EE3AC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140%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348D17-A00D-74C2-71BE-A4F1A63809EA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9530BD-4775-4F7C-507E-72C53F93F0BB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4D12A49-AB4F-C3A9-355D-C332F6033C4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89282C-4D8C-57B4-DB29-884FE2B4D5D6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B75258-10AD-043D-AD44-AF90D72FB602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AC6470-4BD1-7E48-148D-18E64179A9EB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C8DF00B-19AF-9172-BA92-B229C83A30A2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DC397E-E000-0C5F-D2AF-F6DF6233BFEA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E77DFB8-59E9-0CB3-2EB9-D8C13E0F6C6B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483094E-8F59-A95B-B9A7-0E0538A8517A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B3DA30A-772C-090D-0F5D-B7DAD6B102DA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A9EC33-EB6F-0370-D6B4-036616B196EB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5B3F91B-5D4B-E2FB-BFAE-FBC9605E026D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1EA396-5522-0AAB-640F-BA66438E022C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8748DB7-161A-DA0C-329D-677B3B28DD2A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3AF42F-B898-9E40-BA8C-38F8A3DF02E3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CB8E5D0-0244-5790-483B-C541F0F0A208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D1D8DD-AFB0-FE8F-C218-316C45A272AF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1632762-5A7D-6B82-C341-9871D47DF9CC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5CF527C-0341-146D-B71C-1E9CC468912E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26253DC-1B4D-58D0-67F7-8245CCB64688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F5E8E0-5F7D-EC1C-7540-E5EAB60BDFE5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84E822C-1122-CB68-3931-3AAFD777E5DB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ACCADF-FE9F-C033-58B1-15269162A27D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DDAA0B3-2B0E-5EB4-0A01-49B84974A451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E0A324-9E86-A9A3-EA70-24FFA46A2352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C5D897F-9AE4-0103-A63D-41200AB4FD18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843933E-E69F-61C9-6542-17820C85C33D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E6F19D2-0EBE-FCAC-4BB3-A8D1D0A4B48C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77CBB2D-7A94-4395-F78E-B33CF3477C60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D23B12B-38A2-5B3D-B7CE-BA50416F26D7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C91AD2-67A9-5339-36A6-F628764F5E66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DBD9FAE-B3A0-77B7-5A00-DF26E3CCE129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0BA3BE-A3AA-C81D-CA57-DF661570E079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1F519DA-BB5F-9F8E-48D1-E5EA3B348304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607F083-3B96-0F4D-CEE8-7E26D16997C8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2.23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24C5633-5FED-F263-9415-DC10DD42C13E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C459C84-96EE-9FC5-C79A-DA343EF5BA94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4A37EC0-27EB-222A-DDEE-577865D33768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4473C4-6E54-A1D9-B66F-A35D46C80422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5DA13EC-7F06-0881-A7AC-B14F16AB8E63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980B352-6179-FFAD-2B80-0CAA2B0DC925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2.37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4A4DABD-0A1F-6351-01A8-44999466C868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A557195-A638-4689-8B90-19E0EE862934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63FEE79-4A10-8FBE-E7C4-C65F245D070E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4FB6AD2-26F8-76DA-05C1-275ACBBBA761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9B4AA7D-BF38-1666-22D8-1AB790FB85B8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4DAD7CC-5AB6-A908-3E75-786B568ECE84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2.49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0ED9A66-C97A-7024-7829-A29CC7031638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F51B99-D4F1-27F5-805C-D75CAB5654CF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2.47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D134D4C-A73D-68F5-81F4-6A6262FF657C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1BFF33E-83FB-CB0E-81E7-3C651E68E02F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2.33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E784156-0956-A5ED-472F-4921F3770726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F97FFD6-C8EA-0236-00A6-D0BC88F509FE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BF88A68-EC2B-FC45-E1C2-B8F7AC26ACD3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FFEB970-8F17-B755-5CFD-68B909F17BD3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2BFF355-5800-2240-1957-D75499F661FA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68D0B0D-EC8D-21A7-6A55-592CA060A674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C2DFF1A-7EC9-E316-ED8F-826961E5EE13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936D7A6-3606-62A9-B12F-981888E1F031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2.46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DA07BCA-84F1-2ED1-0FAD-C7B1F9D6B752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0DDCCDE-864C-D461-CB55-C8C94A943127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2.36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70BDAE-74EB-16A6-0356-28F52E4E4DB5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579A777-3FCC-E55E-8693-2EF4335A1BBD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2.39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1F4B85F-72D7-F841-C321-478526684C38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37735EC-5A73-B771-7660-B82AA108F238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2.44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D28A326-A59C-DDFE-09F9-6579EB9E5BD4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0822A1D-D1D3-EF97-735D-2F20510AED6C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2.26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F5DE8F0-D08C-E3B5-C92A-F21311433608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0E82033-97CE-18A7-CE6E-CA0DBB5EBC27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D8684C0-B7B0-9E6C-569F-B5849E9AC2E9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3433D51-58A8-23EF-C69F-9B0D0D251B6A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CC2FCBF-DD87-55AC-9D5E-0F9FCF3635DA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CF670DF-08C3-4DC3-C29D-283C214DDD6F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2.71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F71E7E7-7F71-9311-9B0B-72E17C3206F7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4976EC7-447D-718F-2E1F-E934F2961293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2.80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BCBCA83-6366-EE66-B4E8-AC16B198DECE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E6E89B4-2794-9A87-0DCF-59207BDB76A4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525EDFC-E33A-9AC5-AB73-E565B9F0B372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650DF50-15F8-51D7-A196-FB46985BD1AB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AAD7754-5923-9158-0A1A-DD9C2DFB7DB3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4AB5977-C592-53E6-8A6D-DB01CC053981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2.53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6875DA5-1A29-43AE-F3A5-8B680F4DB155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E411C27-572A-B647-7CD8-54DBF21A8219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2.26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74006B4-F1ED-713C-3926-0FC57E312F85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2CB0995-0823-03CF-6024-C73399EE3202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2.58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6F74E29-60FD-CBBC-97AB-DB7C29D08C93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6A6BB46-426C-C9AD-9AC4-58EAA6C9C860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2.43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757F062-AF0D-43FB-F03F-347C86A024F8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9C66622-805D-C1AA-D25E-5FAD711DCADE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2.45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73EAB-06BE-8B38-203E-E7CA810E276F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3C8BCE5-E4B2-2570-4264-1916DDC94F4C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07ACABB-1C95-2B15-75A5-9AB902C8E8C0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57CFB86-A997-D545-E7AE-ACB60969FC0A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CAFD534-811E-2CF9-BD84-23237BCE9CBC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D4CCACB-72A1-9F66-91DE-01FFC83EE2C0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7407F40-A17D-D645-F1E8-F8C5A08B6455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64B892A-841C-F451-CA58-59CE89E24258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31CBB54-30A0-CEA6-4251-501BE282D93A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4A10F8D-89DA-D22C-4DB1-CC822937521E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83D5A21-CCC1-D3A9-A8DD-66CA4ED1241A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F1E3F82-F0EC-4BB3-9853-15C32BC4680C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94AD994-4E7E-B48C-B2AB-35DAA702E831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351DC26-B2B0-A8B0-B6BC-2DD35CA309EC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782365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C5375A-FCC5-AB77-7A74-D27F6B583641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5CF16-4D80-7B91-BA54-78EEFA182FD0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- 15 - 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4BD7C-144C-29D2-DB45-0E0B00DABFDF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360711-8821-F63D-80A6-50B3A5C7948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77712-F7BF-1B2D-998D-7D63BC1EC566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170A12C-00EC-140F-8E6D-114559DCBB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8533476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00904E4-37D6-0E2C-960B-BD1F5C6F53C8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56F3B-B870-BF52-2A45-944AF27E6C00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7BDC7C-01BA-87DB-86D3-AA768706181B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7F5945-F4B2-80CD-42B9-C27A4940044F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2FEE7A-8944-7047-BDA8-871BE378ED19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93FD5-1E1B-E445-0928-149CE59CE1D5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AA51EA-E1A7-C366-1D9B-9AB316264FAA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6EF7F-F7D1-6D23-5635-FFF2E06577D3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193A27-6F8A-7024-99F1-59FC76B17A70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5B2ED8-65CE-4821-8585-8CD5858E822D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B6D3CF-F4B9-76E9-0028-D073A918D34B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33193-3D9A-90F5-61CA-DC36D3BBE2D4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D4B0F2-2B37-8946-19A4-28A6988B5120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003A3C-78AA-30F7-516B-4177381D3141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5BD21C-1337-3C3D-A16B-4418DD002002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C1A273-BD01-ACBF-FF79-09E457D5308A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CB5D6B-00B3-179A-0C15-D10DFFE80522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3991EC-B5D4-BBEF-073B-52F6788ED141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C2C335-4A29-E8F7-6D2A-FC6DB27A3459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3FBDE5-7735-EB89-8F5E-93BC610D0D9C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612749-B10D-649B-07FC-5465E4931EE2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3F9E11-E0A9-4CDD-79F0-1D52BAB143D0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68A11B-BAFC-1A6C-BEC1-89FD1CD891A8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F217A7-8F24-9149-7B05-2D75F407A078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8E7BA0-5B81-654F-9654-516FA14AAA76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C1F87-1C4C-13F7-C956-C8A79FFFE692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74%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9677D-53C5-1A57-EF74-313FC5613733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F18D86-9EFC-8A0C-D189-1A048A97F93F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91%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A69BAB-28C0-CDD6-54AC-75D9F24B128B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BA470D-28F5-01D6-E283-70DAAE826080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3B75D9-7E83-8922-2DB4-80264A79D81A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0ED51B-7394-986F-C1A4-2E5BB9E45E22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41581F-3A12-864D-DC00-1E39139ADCAF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376F84-AECD-21F1-E977-77651D55D0FD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B6302B-3F5F-CA90-67DF-0B9329BC68E0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8EC7F7-9BA4-AA8E-3E35-5D9D83348290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B386FE-C62D-9F8A-EB71-D9F0B1083A38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068572-3927-70F1-6FF8-93B3D0F4377F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-0.2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F077B7-F406-A434-69D3-E65D418E33C1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F2D7AF-5978-14C9-1072-C6E65FD3525C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114%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799D84-9A44-AF33-6E62-4FA200FE32E1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C3640-BCEF-A6BE-0EA8-A3B89F9AEC14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114%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014F55C-020C-70F3-A592-2815510D8FD3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6F09CF-BC0E-AC65-BA5A-3AEB566FB519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ED0652F-A7E0-5960-E99E-26606FBE3B5E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0DA1FC-0A95-268F-CB66-90315BFC58F4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7F0AFB-E528-8647-C41F-3D3DCC361671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5D3818-E823-76E5-F8C9-D7FEE83E8CB2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0.7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8D26B9A-DF4E-1EAA-103B-54DB076723A6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7EE2A2-2C2C-E121-F3A4-7EE4C0C832C2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9A14420-7D7C-2356-1934-97956696F275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FDE7A9-959D-D5E7-B5E2-E91F91930AAB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D6D9BF-42EA-EA9F-CCB4-AD566039D942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1C3CCC-A1FC-C62E-0AD9-853F1212CC93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69%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F28B232-1BEE-C869-A649-A5036E95CDEB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F90CD4-4496-D50E-9AF0-72376763DC29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166%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35E0276-7523-298A-B847-90AE74312B45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593D13-E2DE-254A-3A58-D214DBB1AFA5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9C0BFC-6C91-A5EA-DCC5-8A7BDFA3695F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014B9C-BEBD-2ED8-4968-138960F83C3C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9C17F9B-1192-F846-C0E1-7B387BD63C9A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A24F42-5334-823B-AC5C-369AD4B03BAC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6AF7AE0-3E94-F1DE-DC49-6BA5581018D0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E54F83-9060-078E-FAAF-78EE28708F10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A81D00-3ABA-24DF-31B1-7BC79AECFE4F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FE6D88-B821-1F70-2195-C2079C4A8C3F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22F9799-2FA7-0356-8FE3-4F0053D79FE9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95A51-501C-E604-C3E4-026A1E6A3747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836D880-7F0B-60BD-E9F1-1F4285F931BE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8EB8835-E49D-83FE-7996-3B640522C1E9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2B38367-261A-BCE5-2C64-1423A951C670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154D75-F9CD-4F6E-CCF6-6C4157A6B15C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B70BCAB-66F0-0A41-476B-585F7EDD321E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66391C-9917-A941-7BCA-BCFB7570FF21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F975DFF-6F32-5E6C-6564-93E1A63015EC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A1584E-E0E3-7816-D87E-4CB339ECDCEC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9B7ED1A-3DBB-8041-CA43-C0832830ECD0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3D944E-5DC6-96B0-CAA2-5D598300C0E7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5F68001-F1BC-67C5-A5C1-A4D2FAF35533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152B0BC-0178-1272-9725-14756EC42C3E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9B7256A-A261-03A4-1341-133503717C37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AF55075-4FB8-0598-81EB-C66C712E987B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DB725F1-1F15-3BCA-F73E-0D9BFA6E316B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4E8525-844F-4046-930C-4A0B2288E8B4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2A80BE0-B10E-18F2-053A-AB6F42854014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DF2659-57EB-2C17-FB08-0211DED2B7D8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554AA97-5BE6-891D-BDA5-FE222C568417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BF80A8-D82F-F252-8488-CDB7D3B96A1E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0.09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EFD9D86-239A-7ABB-D9A9-A1943E3504C5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7A71AAE-74EB-0C5E-D4EF-A03D41B0DDF2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0ACA0B2-2519-3A03-74D8-70C9C662355D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7DF0C3-AB07-548D-C315-337CF795E3AA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2060A4-B548-356F-35B4-C5A251E2AFE1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A39E11E-2C33-EB2C-3B05-2F5C77AA7526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EE323BA-1044-1B2F-6309-16045EF33762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53E4652-31DB-C4EC-6E91-4BFE3B05C26A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612E19C-99FA-43FB-A781-ABA94B5A03D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D7CEE7C-4BB1-E156-81AD-1B78E54D2E3E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5B57969-9E6D-FE09-1EC2-51F6FA2898E1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E8210E9-49BA-6818-4DA3-E348DBF8C562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0.12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0939EB1-D52B-CFE0-C3F0-ED3BCD0FF3F2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DDD8CEC-621E-8AAA-0D8E-35AF920DE4D6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C2FD7DE-AEE1-0771-06B3-246206B3D799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683258-AB97-2D51-452E-EFB65CDF2D72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966ED82-4BD5-75ED-BBEA-A7C2F81857ED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B44FE08-FC95-BBEB-AECB-615CF32C20B5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8123D69-91DD-928D-F15E-F4607FB814D9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342698D-9092-BF94-1E6E-FA80CF3B3B2B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3EABB54-C53B-4D83-83E9-6C3FF6DC87CE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48EC985-A1C4-D5D7-A8F5-35CE3362CAFC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E43FB1-92FB-11C7-A71C-75E19BD020BE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4C4D157-6388-DFF5-49A6-4EB30CD0CA85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B435AF6-4CE0-64CF-1986-AE595B34C201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DA982BF-63AC-B362-BB76-DF40B6321493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6C04260-1EDE-5B05-FCD8-21249D46CA33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6AC057D-4E65-7092-6F90-6EA22E022999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C83FCA9-62CF-7A51-0CDC-782A615D4B2D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673D62-D98C-40DB-B8EE-666160055B9E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43CCA90-EB24-C574-64C7-59C761FE74C3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89CBF46-0B19-D253-5466-5261A738AE9B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B5EC0AA-7FA9-6E5F-8A7F-2DC4308527D3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7DB6B0B-F15F-72D1-FA38-4C882A4940C7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0.16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80A1448-8BFA-AAAE-647B-FF5F5D6E8428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4117573-8DD6-4185-1C69-7FEBA53336C4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97EE8F0-9A9D-0BDE-C83A-4E308A0A25D9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281E237-CE5F-1AED-71AF-6150567CC354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C7FE04C-48C2-A9C7-1E0C-29D5C750EBF3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E8427F2-8D92-7DAD-E90D-AAFF9FD3080E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0.07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5F65F44-3950-F31A-0204-46A58D481675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9A18048-C5F5-7E09-0BEA-481B58627358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8D420AB-ED59-45EB-E884-5C8963C8F75B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E27CD17-BCC8-BBA4-1194-561973474DD9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80AD5A0-19CF-2801-E6ED-568C7E6FD512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E246C57-C8BF-4DE9-CC8C-B1060870DFD9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6E6320D-0714-4E6D-5F6E-F2A24CA5E506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F183733-8338-4F89-8287-BCD94FAC0107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67BC064-8E38-9ECA-8D64-7E40C972B533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9BA7CA7-4C25-798D-B016-EB9B61F1DE3D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0.21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5DFA8F9-53A1-D422-A888-AA2D09DD533D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93093D6-F9D2-6DFA-42AD-A47311B17054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0.17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53471B7-C92F-8F00-8240-1A667EC06553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06AA2D8-269E-425B-9E16-A5537C01FB21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0.16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66DCE37-C689-7155-0C38-257020807E4A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699E4DB-38B8-3DDF-0A13-502B5EC64B38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0.38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CEDE25-9905-ABDF-A148-5C7FD54DD6B0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0D76BA4-D98F-1089-F682-A9A21039CADC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854ABD4-FE9A-F787-CAED-ABC11D40E295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735EB-52C8-F46D-3C73-3B82ACD4D5FF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404883E-EE68-176E-A770-319B401EB256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30CE5D3-976F-5639-07EB-8A52A2F9F345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1C58946-4D01-E517-482E-8A912240929A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0B1F476-4571-DC61-5D0E-1CC7FB9770F5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2F3AE1D-81BA-080C-D94C-6EE407AE5F9D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CF30B1C-E5F2-B05E-6643-E0F970D508DA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1B00CBA-F33B-34E6-3993-C59ABFA843D2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52928E0-D63C-E64E-E588-29A403DE7867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D5FE864-90F5-D3A3-F6D8-9F3406A24F7C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D88FDA0-ECBD-4135-2B06-C6C6B5931941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E3C4404-FBE5-3D85-05C5-0F1D645C9C98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F35C89C-4410-E851-B85F-383853054226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970444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896487-76FC-4B86-9E73-096635F6239C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9268D-144F-615C-1B91-BC79CC844990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- 20 - Leave Salary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4C825-11B3-E2F7-03B9-AF7C593C011F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5F6FF-BB1F-4C83-E5CF-86D96D242CFE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5DFA2D-EE35-4A23-C916-BD611F6BC5AB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F210FC0-C93D-2693-8DE9-2CD4471A0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017463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1FBAC06-2E1D-A237-95DE-35204F9FCBFA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EFCBD-D7CD-0DF6-F678-C01E70F7E59D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1155E2-EC80-3E2C-6C6E-8BC9381CE42A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75080-BCD6-A70A-4D23-12F9929BAFD4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B0C0C7-29F3-731F-ED52-B84B40CB00B3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86B35-7085-BAFA-0675-5DAB84DF5216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B2FB9-DF7E-DB7C-3BEE-3984D15A4965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1B50F1-DB8C-1D8C-5729-7BE480323CA6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9E6B51-B505-07DE-9768-AA07D1F8C112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809E4F-5D57-9FA0-6A06-13133D358977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CB03F1-4C38-0353-826C-25DE0448109E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874A50-F818-D5A2-24AF-2820DCABBE28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160C33-FC0C-AA69-2BF6-2466DFDE7203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DEFEA-8F9F-EA6F-8D46-DB3D9DB3252C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F2E96E-AB91-72FE-55E9-E2FE967BCE35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1420EF-A102-FF0C-BB4B-AC58D4275B9E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AC5EC0-0804-1F6B-4867-7C6209DDF85F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A57A1B-2920-4525-D524-1EAC74FA897A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ECD50B-C5FB-322E-AD94-15A0EC851878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518307-5AA5-AC13-54BD-79B43D704C20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BFAC7-FF78-56E2-4244-6295BFC31122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E0B7BD-6996-6E80-FDFD-1C6182BD00EF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9F6B3E-95C9-FB12-AF94-BAB5B6444C10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229AF-00BC-3031-38B0-4D48D4AAA335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-1.1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307E3F-863E-782C-2B00-B1E1558A0F71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FBB12F-5B08-97C1-BB9D-EA654DDA7478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169%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C5BF36-8404-465B-0ADF-FB3755B21321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A48974-85E9-79DA-3EA7-690FD5322590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176%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D2D57F-67C2-8590-6FC8-3805C1BF2DE5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58D25C-AFED-6AE5-DB1E-01AD5DFF5C8D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979397-812B-D191-C902-4CC0F91B0FA9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2D1F58-91CB-73B1-3055-95BDB8FB3888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040B86-2BDF-1A53-7104-D7950EE61042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058B34-8C1E-7B2F-530B-D21E9BC9C3AF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1.9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FAB035-8569-E8D7-3AF9-AC951F158C77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D458A4-57C9-5780-F300-8FF6DDD67C7A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2.5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4DFB0F-BA3C-62CB-3427-C39E9C0C1AAE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CE595D-45B2-62A1-BCE4-44537D7AB409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-0.3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AC4B36-0A7F-6D69-0997-A28D2672E967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26A6B4-4BA8-6E25-5D29-CFFCBEE8E370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113%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42AC17-1761-7B8C-B26B-875D81C9325D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6E295E-1C11-2355-E97A-76F067A81BAD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134%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C5FC70-8503-AC87-7540-5CF029537E1B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1EB387-E70C-704E-4AC6-3C084ED3C0DC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624E432-D9C2-CAFD-82FF-70B5039EBE4D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08B24F-59C5-CDE8-6F1F-D6217EBE0EC0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69BB0E-07C2-7AF0-F555-52853AE34825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1507C1-A573-5485-6F4E-5803D2402841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A4BA75-C9AF-64C1-DC86-E659EE46F99C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A3A01D-4C9E-5D5A-5B1E-B40A9087E8E8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5E022D3-E02E-7907-5F6C-298E06C23E62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63DFBF-7A8A-D900-6CCE-6EBD6CC40115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F36D66-9460-6B98-D311-08065A32D57F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A73838-67E6-3F24-B158-9E8908520605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66%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DB7BA6-BFEE-853F-69A9-7194F3152348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9CE7B7-E777-9F03-A206-14A7D7D1033F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158%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AE56DE2-259E-84EC-49E6-47BA6677987C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307794-55C7-BD26-C319-834195C9AC42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C00266D-55C5-8239-F2B6-770C9DCC7C04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EF7DE1-4E98-7F60-0B44-28E7BE7D67B3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B5C04CF-FB98-108E-8163-AC3A542ACCA8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661B67-18EE-D5C1-13F0-B64FBDD2BF9E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EF13109-D24C-E17D-1A89-D2A27742D4DB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88B93E-A46E-53CC-6204-84E6728620C7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7D199FC-D18D-4863-41B5-D50095726C87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E48863-564D-AEAD-1DF1-48FC817399F4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13DE76D-281F-0DDA-2882-7F5BB9AD13A7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656478-6248-97E3-995A-6714690F716D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7A685-B540-F4D9-1F54-B3885C85769A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191C1A-DD86-57E5-DC53-DACE366AC9FE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4902F0A-6158-1B2F-A09C-351744B878B5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32784C-5976-A886-169F-57A9C6A6B675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523F2BD-DB34-CACA-9102-2AB579916C21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00603A-FB88-B786-A304-2DCD0FA855ED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044B327-A73F-F107-DFA7-CA9044DA2E27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18EAF6-58B1-2D98-2EF7-2AABC9F2D6FF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682C192-DEA6-1C5C-55AF-C7CAE4399AF8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610E87-6DBD-B6BA-6F5D-6C64B6B8D8A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1A00B9D-331C-98FF-241F-2368AB8B5D0E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DFACDC-6E50-B964-EA07-C68B824F524B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D86C506-0313-AB9B-E7D2-3440DF601555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C15584-E093-97DD-9D74-7B7A3156B731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4C9B3C1-60B4-2B62-5568-B33D95AAFB22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0D7F8C0-4545-0222-A235-0A6B0FBC2142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2276250-F3F2-1617-218B-E030768CC5F4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0569D4D-FCCF-2DBD-B263-644CBA93E6EE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0A3B4A3-5D39-8916-4468-A2ED62B4B31B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53645A-B387-BEF0-C210-6388A4B24992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4DFE539-8A55-FA71-268C-2419538BAF55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7D6C90-A1BB-CC1C-51EF-7FF7CB71FDF6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0A0675A-DEF6-8B24-C14F-CB6CC8E43B81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DFCB713-DB29-CA89-B368-AFC4ADF37D8B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1796933-FEEA-9CDD-ADD0-F3D6FF49CA9D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E090C22-9245-280C-423C-4917F186E485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F1E0528-8A86-2DB8-66B1-993010425504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7D4AD2A-478A-AD2C-3012-0FC88BBEA0E4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B3FDE96-DE62-5408-7889-B0CC7443405C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E818E9-6395-411D-F0AB-F9DD02C25788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339E195-F966-4C02-ABA1-D1C002E41908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1F2C8D-5B4F-ACE2-4103-69DFE79AE9D8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0.23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E78501F-FB0D-B187-8E0B-F2FAE0962A94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1E76943-0B8E-8392-21E9-72FCAE7582EB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1AC91D0-28DB-E2AD-988D-C4E66C6A76CA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16587D8-A182-AA16-98EF-A82D0837A537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0.39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1DDE9DE-D409-EBCC-CD2A-F1567FD44E6F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54EB8A3-FC24-B333-B123-0C124F605A5E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EAD60AF-D42C-B70D-8BFC-E670ACA389B9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64581D8-8DCE-4006-16B3-BF123CD5D530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-0.06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7EACA70-9708-7447-8556-3D7229F2E44B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F297576-7937-75BC-9532-68AD2E3C5180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232C72-CD31-8CC6-0E03-ADF32EB0A61A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394C11E-F986-A801-C60C-3CE50158D643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55433CC-CB14-C6C0-07B1-85AA0445ED7E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7823584-E25D-7B2E-A1E7-3354CC6AEB51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0.26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6EB87EE-E050-4236-251D-EC4D122B5669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A00CCF5-3811-F038-64A5-DD96B2578992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0.32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14EEABA-0F2C-2986-CC38-1D88D30F0E9A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1423E3C-1CB2-B93A-0C00-399D4E21714B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-0.18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F70EEE3-791E-396A-CDBE-1CBB2A765DF7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BE07519-E233-09F0-5DA3-AC7E43506202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0.20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83A0A41-611E-E508-B4D6-4EC6D5ED16B8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1EAC8A3-4D20-D688-E1C9-6F3385BC31DC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0.30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65A65FE-8F4B-8D59-0F0C-EF28D1FAEF63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53DD83A-7372-ACC8-688D-93CFE78349BF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0.26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80FB3FC-24A6-62A8-FA81-DFEB2970E896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6E4234-789D-3BC6-44A0-D22AAD467700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A116F-186D-BB5C-862D-E22036D6E24B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D3F6D75-C519-540B-D16D-412A56114A68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0.30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69574B-306E-D4DD-EBF8-FED40B115BD1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A9742E5-951F-FBA3-711C-76251F68D54E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0.25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375894B-C70F-DB71-C1EE-259ABDBD22DB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CD5F916-2572-DC52-E9BC-D29A5193AABB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F636BD6-27D8-B4ED-5438-076A0B03C0B2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E34CDD9-1A78-5AD9-EEB8-B85CEE2A39B2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0.17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1EDEE41-5282-15AD-1C2C-C54D5E124966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874BFEF-A1D9-F725-370B-A9D12EC1966A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D7A06D3-931B-4D41-3F25-2880B05E7FDD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48EFF2F-0133-76D1-BF26-90BA78F13017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0.27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89AAC1C-9769-9C33-D59E-91BD7B3D1C44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1BF80B1-30DF-E9F4-3902-D252D269E91E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1529F8D-1083-9996-5015-C243358B8FD0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F4A16E0-407C-8E71-0C9D-42E5E6FB49C9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0.26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CEBE7EC-7D16-CAF6-532E-9CABCA2233AB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AA807F5-7111-2255-87DD-AAA93CFE4E62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0.19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753DA16-494F-16EC-AD00-5729ED7C94D7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CECD017-A1C3-E44E-3BF1-178E95238282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F240F4A-8487-5B37-0BD0-74B5B155386C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4C90709-2420-1158-E93E-D7E398E70197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C940B4F-4F41-00D2-3210-C996EF1DA65D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D8FAB69-D05B-B8C6-95E1-26FCA2679D2B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BF50AFB-B3E6-48C1-F797-D87E54FCA55A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18BE820-62D0-0F2E-FD43-F2121700618B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27D6F0F-9D56-2E7A-D43C-F08EF04476A9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DAC5A8D-FF2F-1D8F-20AB-AD755CE4D6D5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4C7F5E4-24B7-BE0E-BD11-B4EFC421FE77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281C581-822F-F5AF-A8D0-EB89935B00E0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8DB3716-6E09-4039-54EB-18219DBDC71F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637374B-1DE2-053C-72C9-ACD0258A6408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8F0ECE3-65E0-52BC-9F8C-4876534D4BD3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4503152-1AD8-E42B-3404-16F504948B56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7206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B56372-23AE-0B15-04FC-2F7F610CCDFD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B8E28-C362-3648-7895-6EF0CF13C310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- 25 - Children Edu. Allow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06A07-D545-E7EA-A578-68019D549717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C65BD8-87AE-B989-CFAE-418DA1FD3C4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FA797-4381-3E4B-CA37-C73E4BF7358A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AEE706C-EB3A-B0EF-869E-7922F650C8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0182769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7613A19-6222-8181-56F7-0C3CE1506C00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59C51-3578-A749-C34F-3DC14CDEC761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8C9F5-4A08-6B97-B1B3-9F8ED4F5150A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29A7B-759E-FBF1-F959-4B21820B77A4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0AEDC-F0FC-688D-6389-B16415854F7D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24B61-3E0B-F878-9F6C-979B9CDBC51B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04B53-0F90-D1F9-23AD-69A35F7CF60E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C6B38-7584-C792-D10E-FDF71E4C6FA7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7C9B6E-FFC0-4C5B-F2CD-5FABCA5FF560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704D51-1263-9762-2A2E-65E3204409B4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F2CA0-DFAD-FBC2-735D-953700D35BEE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CDF523-B1D0-2053-55E8-39B1857B1858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6AB5D0-6E8C-50F4-C2EC-B5F391458A23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EFC155-CA30-DA01-9747-B61A6E279DF3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2C44E-DBEF-83E6-771A-6253D24DEE36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E87A19-895C-7E2F-CCDC-B8A63626A796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0A2D7-6B11-CD16-059E-DE09840CFBF2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1891A2-DD7A-654D-BB83-7FA6B2F7EA94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26.8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30145A-1F62-EB0F-C89C-82DEDB8430F5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2866DE-ED0D-319E-1A32-4EE84231F769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0EB9DE-D86D-0F3E-FD81-EB0255B38581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22B6FA-AD04-087A-FE3B-AB67BFC7704A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5D6B5E-5856-C129-7847-FB1CBF2AC629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56D0C4-9B82-4348-BE3C-502920309146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-3.1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78F9D5-9629-6310-E17B-97B813EC7047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8F4859-4660-5B67-9E60-02C7BA97CF0B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112%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A65C90-4A1C-5B7E-6274-4996E1D04816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BED513-03E1-FBDE-69E1-B3C9252DB10D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F4FE59-EF83-E496-2E04-E461A87A9AF9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F1215A-37DC-DC9C-F84C-D36B5C7B36AB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E0C7C4-2E1D-7580-2BD3-AC2B3C2F5A03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A0E100-0ED8-DE22-D6AC-BA4C299BB0B6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30.3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887575-56A8-5B6A-150A-55128960439B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B7E8C1-FB28-C261-DF4A-ECCD8946D584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36.5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048D20-1B29-1AF5-29F2-8CA0F93C0EBC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742886-4602-3620-55C6-2A528F56ACB6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37.5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6E6C40-0688-C28A-DFCF-9D428916B24A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780BDD-D8AC-C7F4-7B34-2A7F78A8F2A9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-7.2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40D90D-611A-E123-E612-98FD9463A765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E4A443-152B-A7AE-1775-97D62358E125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124%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A415B1-47C1-7DCC-EABC-389B39A430BE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CC5399-54A2-4A7A-E193-8923B9CB8D43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103%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BAEDA0-4791-F59D-208E-D4DCD3ADDDE4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156315-3D8D-9598-F9F5-6106BE806B1D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8C3C2E9-1796-4312-0EED-4EC37DEC4716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FC77A7-1DCC-CBE2-C6AD-7F444A0FCAD4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37.9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A345DB-75DE-8F7F-A030-796E177D7474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0CA6C6-5E7D-CE4D-FF3B-D24A0235788B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15.8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60FC891-88B2-C2FA-2013-0C15A681028F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2EB194-4373-07B3-FA30-E0568F7F9A36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37.5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A4E5E38-57EC-6A79-7E86-0FF79C0503EA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41CADC-8F0F-5E36-E55A-4F6C95742939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6DC47F4-561C-1F80-E7A9-D2E24E88C55B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77945B-B9AA-8EFF-CABF-CBFB13F408FF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99%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57CF408-DD5A-5C09-E1BB-C1547F9A5B14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983F53-3C70-5187-4EB2-7DDA31374D16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237%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201C0A-0D61-DE5B-3249-864D2BDB6FEA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406E9D-E673-0AB5-2D19-F81A7E36F283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B9C05A-019B-445C-EDAD-F29C2203551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90425C-97DB-C93A-800D-CFFCD4A9EF89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BFA0409-A91C-F053-DACB-2BD5B4C9C67E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526738-7C18-C5BA-06FA-56E47970BF55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6E70659-95C4-F48D-D8DB-94F4929B5B07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9DB80F-CACF-ED5E-003D-F84E095C4DB7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16AAE8D-AC89-31CC-2163-DF536ACA8C48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BD1301-B4DF-94B6-6BAE-AF7D42E22071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CC58D4F-6037-3580-FB37-4EFF93302CC5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D0BA63-A2E0-92F2-351D-5AACFB85F326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F3E57CB-8D4F-25EB-C2BA-38C040210C8F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0F305B-D28E-997B-B5DD-43032F203BB4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2A54093-A101-9278-1E2E-62573F66DD7A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A597DC-6497-E759-3CED-378AC3D04A4D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87098BF-037F-467A-BB98-3836241D133E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F2184D4-AE22-A563-9076-26C889A5E161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F1A6288-3F12-E4E7-C233-924949A889E8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E86EF8A-1A70-C0D7-0A87-01DA9876702D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FE129B9-E23E-5CE4-3856-214AA89B5C54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0E7DF4-1D25-C15D-56B3-906B310A51BA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A237A51-9B95-789B-519A-CBC811D90F15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FCF55C-EFC9-5A4F-97BC-24D93E5CDE26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83AA9C9-92DA-9542-FD77-88C7BA6350D2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820CD9-1134-9FE5-73C7-9F97AD18009B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C629B32-3825-0C9A-7591-46D3B5C65DC6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AEBD307-7AF3-2AEE-E6E2-C444B3E1441A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17A9D1C-F6B5-AB5C-700F-335DB9BF4C22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0ED2CA6-52F3-33E5-A681-9C4EF21CD32F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E13CA58-936C-293F-642A-25F237F80805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E9C33A-F3BF-1D11-FB58-33A9FE4A73F8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7.26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D8BCC68-2F44-11D7-6FB5-1DDCFD08F766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0394BA-BC8C-0A51-40D4-9FA631F54D06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10.65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541619F-2014-83F8-ACED-F11A3DF04FD1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BC1C8AC-959A-A7A6-DD2D-F2BF7AA39A8F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6.04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6A19C0-CC0F-386A-D27A-B8A36E99F6EF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B2E4BAE-32F8-6C00-D929-B7B937454BB2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1.37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A9D90E3-9C32-D76F-6201-64802F2A8DB3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798D837-3B2F-F7A7-EA62-8FFF2D9C255D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0.75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3DAFE69-4801-1DB5-42A6-B9C689C60FD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ED9044F-8CAD-6D88-632C-345D9EAFC689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0.52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0660BB6-260B-B046-0DC1-8B4F0AF18018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2D893F9-E324-5A15-A489-A4DB95A0BD0D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0.13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4524E65-3E3E-4C92-B6F3-F6B69E2C072E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F34AB45-C0F2-0CE1-8836-DD3485C8900A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2EAA128-CFE3-A07D-C0D2-EDA4DA79AF35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561F556-EA3F-086B-3E68-287C5DEA225B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0.07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E0C214A-9250-A466-2375-1F1B2122616B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93D3A47-0273-8E2B-4863-B262FCBC7404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C2F4E8F-5759-1F99-3999-29F843BA22EF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C4902EF-C227-407D-36BA-158AC56F59E3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F303DB7-937F-7430-904A-6B2D9B3237B1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2EBC847-BB68-8169-14AF-C1D415E8755A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AAA589D-8883-833A-1292-DCB327417EE9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2A821A0-1B6C-8A5D-7274-D78F8EAEFC36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6.32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F694D6D-BF15-19E3-F731-C27703C05026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9561E3A-C1CD-6E89-C630-BD8B75F1F13A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10.22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06CCC07-D31C-587A-1E24-2E90C4EE533E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17919B3-A220-7F23-2C19-909AA74493D0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16.12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CE7FCF3-B476-74F5-A88D-789EF52185D0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2C3E6DF-8AF3-B7E3-3891-42D8DF6892EB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2.82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CC8108E-C07F-BA06-D01B-882A8A6D7059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574C0B0-38F3-5355-9CD8-15472A86FFE7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0.85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DD07ECD-09D8-FA0D-1C6E-19561CD9AA8C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E78BF38-3983-5594-BACE-69C038E3C4B4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0.42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3585455-E041-BD85-FE93-A42D1A6BB17A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D971D70-C6AA-69F5-501D-B1F58CE59EBF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F31CBC2-4861-FFD2-7451-05B2EC73B74F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A8F5AFA-5DB4-0DC5-EBF8-429D636DBB70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0.29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1705145-C944-A7D6-A2E2-3F4618156ACF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0058FBB-1025-0350-B399-E787C56CF7E2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0.17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9088584-7C14-6E6D-8975-2B31ED8843FA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F405245-0128-89B5-B15D-351E2E40ADEB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0.04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BD1C76F-7114-484D-3585-F132977A12ED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D23DB89-2495-F204-6AD8-3FDB1338B6AB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0.06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C0A530C-393F-33A9-2237-1759F44151C3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506E538-71D8-7E09-805F-E84C87344E1E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92BB560-9D9F-28A4-55CB-DB2B11F3D00B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2D0E184-3EC8-8A67-EF31-C0CAF441CB8B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99A55C6-E928-3784-2AA1-471C47E4EE89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8200AF7-2CD6-F85A-4833-CDD5EF75BB4D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10.40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E129234-0429-5676-FE1B-7B04DE78D02B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D2E154B-C588-C369-3358-A1E6FA645B01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12.86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DDFCF84-3AA2-F797-EE33-B88D275EE048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9CC7A8A-D71E-D973-DDDF-63EB8A123B73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8.63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2603EC52-01BC-629A-3352-BAD7B4833848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214F497-27FB-1EC3-D4A5-7F8DB626FECE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3.96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7CF9A21-DC2C-6BD6-42BD-212C2A1048AC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42209F7-C31C-5339-2B06-909CC3A58BCD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1.66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9A837D5-6A04-6103-6FC9-4E966C6551ED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FC14C38-4039-7C3B-9F12-9D2074C81B72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F7E4C43-FFFD-DA04-9A4F-A4E19F62334F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3CA2F9F-3E60-03E2-3417-098072E21905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D7CCBB0-CC85-43B0-8132-96BD63925F18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70BB77-62E0-5351-9C44-F261DE62A36E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F7CA82A-7CC5-1208-D523-06C9ACB87D64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39A40D1-DA7B-DD79-5BCE-C61D9AE9D704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8F9CE04-14B8-4B8C-6B0E-D0B46FAC4E52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CBEDACC-DB52-E78F-3482-9F304473B43D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3BFB3E0-720F-EF07-C895-4C4D1B3B80C2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A6E3563-5111-CBAC-4CE4-B12862E44D1E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42DD4CE-8542-F0B6-4522-E17CAA57719A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C19E57C-98F1-07FE-C275-15847671C027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89790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39D1C8-FAD3-7BC1-E26E-1537026AD06C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F9A8C-5893-F8DF-1BE2-068D447BA4C9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- 26 - Medical Expenses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CF273-7A8F-BD2C-9083-7DBBA7FDBB32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1B205-BBA6-7970-A25A-BC80860127C9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0AB97-2A66-42B3-26C1-3721560C4534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DF19624-B25D-8D0B-30F3-9ADB6DD6ED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5022519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4E64F0D-BEF3-6B81-2627-9C13F8841714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119D3-A481-84D4-1D83-1FE7CA42F3BA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C53BD0-59EE-B739-841F-F75657755024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A02C7B-709C-44E0-EBE7-E73CAB73724C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08E843-0296-23E8-1C11-6FE201B33BCB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8CC86-D04E-A1CD-90CD-55FDF824B0A5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3E877-BE2C-FE28-F21F-5C5E9EAEA7ED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F9134-548E-2596-03E2-E09AF5A5F15F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E150C4-4F17-8B01-3E4F-2A75B5358E7D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605FE4-1B4F-1BBA-323D-DED2E42F5785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850D0D-EA3F-5EAC-94B7-5756B1D3D795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92D3A-0E67-7EEA-AC64-329047666AC2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84F0-856B-4183-DC20-9FB6DEE866AD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A7D4F7-11B7-D9E5-42EF-BD1E950502C6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77E6BB-B559-BCE4-DC7E-53F1F128E78A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E6D29C-D668-4213-E3FD-B831EB898309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68958B-4D63-1529-C35A-DDAED7F8D2DE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EA068-5402-BA09-40C6-0DE0DF835BB8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36FD44-BF29-DDC2-0BEB-789DAE5D6AC1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6D4125-073A-AB3C-A731-06C3A2ACFC90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25.1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F0FF43-A0E1-0182-8328-F7BBE6762A6C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7AC2CF-D32A-73F1-61DD-E29131342582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30.6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AE9C96-103D-B25A-7CCC-E282EB692265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954409-207A-A37B-5BFD-13768BCDD357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-10.1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70CAAB-F723-5129-E8D4-070780998F10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DCD27A-CAAA-B44C-C24D-104DF7C79828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712771-FD67-E6B0-C6DC-135BE2C74ABA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AA44A4-ED7D-B224-AC25-CF82FB49FE86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122%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D7DEE2-D8D9-6399-9941-C24543B628F4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7A8749-AAD5-06A3-104F-222C101AD1F8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2BCCA9-87BE-DC08-A740-32BD523FAB21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D6AC50-392D-C5E4-679C-FDC422E34491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29.2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A30B05-0125-5BEE-350C-0AF086FF8D9F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A48F31-8E92-DC9B-1CB7-55CE9838B21F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30.2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3E09A7-E72A-FF72-4537-0AD4BDE24B5F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B97200-925E-BC44-5D16-1D5ED3DD4A2C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33.0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618118-2410-4A8C-E475-B8F5445C6FF6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0DCD85-3DB0-DEE7-7AC2-104AE8DC117C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-3.8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A6F904-0A86-01EB-CFC9-FD43488CB1C2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0F2443-1A96-FD4F-3003-3AC5FF76C984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113%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3A12D5-41D5-00AF-8769-8289E7AD0A39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970E87-FA17-BEED-74D6-F6E27D6FC0B2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B9CCB4C-AB1A-BDF0-26B2-1A42082D3614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309E5E-7480-FEB3-47A3-3D38BB1648A8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013A50-72F5-4706-854C-1779DC6ECBA7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A61B03-2A43-3F5D-D149-732F04DB9F43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38.4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1CBFD5-6878-459A-DE9A-C9DDF49FDF8A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0E5728-B4CA-7A9D-AAD7-A2B079D2480F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16.0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4FBE2C-B817-074E-640A-D6AC36669B05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D5C71F-A9A9-A562-B439-D4666C049A60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15.4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8FE80D-05F8-A98E-9B04-84ED163133AC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D906C6-A0B4-9665-8FEE-FC33D0B7C10F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23.0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AB9806C-96F1-6907-FF7A-BCBD445BF316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FF3B18-DB28-F6B0-96C1-AB0F2639F628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40%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8216C02-0097-8CA0-D9D8-A60C34ED00D7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3F969D-A4DB-330B-9C8C-DBBB11C3E3AA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96%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E038739-3977-82E1-316A-342D61FE10D4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B1589B-E024-91A5-A28D-A68E4752F110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AF1EA8A-3B44-07A7-20A7-4F084F53145A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5E2F21-BBB0-42D4-169C-03C033A1AF6A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06997B-C930-FE5C-A5D5-54768C15ED23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0B6985-861D-223A-CAB3-587F024B1912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D9A2FC8-7216-B827-C158-563AF53E102F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FBD904-D394-A414-E3AB-25E428A9743D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2812E16-B0B2-2363-66F5-F416D620F669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FDBDD4-55E5-C6FF-9464-8E04A3DA3BDC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F004D78-C305-2249-10EF-55A91BC4AFB5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CB83D9-CE27-6353-53B3-3C50E2F5D05A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CBDFC3-2A60-DAB2-47B9-5E544DAC9D0C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385A4BF-352B-C9BB-C56E-AD93CA53B278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9FF43AA-D894-557A-65A7-D9BD7A94A63C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9CD1B6-0863-D777-F958-A493C411873E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69DD9F-8CAA-8F14-9E82-9A3E50F3CFE6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A66049-BC92-709D-E710-532E2407FEAE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6ABC1D-FD2B-5E9A-52AF-326476B6C00D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96A5F9-C4DF-F4D8-B633-D898D22BC513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7D81306-A02C-5EC5-9E13-2557EA112227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580D17-572B-07B5-8CA1-5576D963A98A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5DFAC56-301D-9A1D-E93B-15344366E3F1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4EEB5B-81CE-F2D4-ADCC-2F471A4D193B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24DE7EE-F715-7F7E-14E5-74E5177F814A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FB4E73-75BD-082C-13CB-67C3F993D49A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33AEF21-DD53-08A1-24F9-C6060710B0B9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AB5577-C9DC-E2A0-FB45-82142A7DB700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2E25E29-7E14-3145-9A45-BBDEE6C07DCE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0AF366D-1FA1-9340-B788-E8B35D399FCB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4.27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26DF0A0-F546-1C55-1EB9-D8E7747A5016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07D1B4-0335-EAC3-2BA5-9CA22B22CB98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FE1EC61-691D-E3DD-1010-1624147BA494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6F7DBF-92F1-16A2-7C0F-EB5934734B40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3A7B6B6-B1AC-1414-B4FE-FD4A28CC33A2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6068C85-5DCA-29EB-37D7-EE5F9C9944BA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2.29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75E0C6-1C8A-9C6B-95BA-F03D3A1F6B65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A5A4BA9-AB26-22AD-9476-14DD3D71AA9B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2.48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E96F12A-7C13-2F23-63C7-5B38E03AB61A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485CA39-37B9-C17F-345E-CDEE28CEBDCD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4.24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6E63ECA-B697-5F86-FCF3-FE30F4510187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10A1B8-336B-4964-264D-39EA4EC43418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2.00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DFB66F7-7166-2145-3575-4FB79A70079A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19C2593-F896-6F24-EAB2-95E8FF5882B0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1.81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25FBF02-BB3C-E7FB-08B0-AFE348AF4975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5E04124-D587-7A9C-5D95-8F44160F9832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0.04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2456C3C-F48F-A377-7E4C-C97CE8C54211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A0DBC2A-C0A8-F73A-3AD9-E3769F81BD4A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4.83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DC6D24B-9B20-A7BA-60EB-7F3BC6E49AE0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4F76A42-736B-25AD-71E6-A76A278D7E66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1.30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9A4DAFB-985E-3420-895B-99E571DC0A19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138346-7230-29B0-A24C-FB737A8A3D57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2.55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44BDC99-EA27-C4E5-2F2A-B127540C9B97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2855BE4-6862-6A88-CC65-92F0F14878FF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B193A19-0D3C-0915-0B9E-C100D802DAA0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B90F8C4-2115-1885-4E73-67108D8B380C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4.82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15F5649-B24D-B3A3-7977-91F024EAF949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84971FB-0DFC-A5C9-C782-181663555B33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2.94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DC18AD9-942B-BEF6-F9A3-7732CF3A236E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2531F9-52A0-D186-4789-04F0A08ABEF3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1.87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E9500B9-1BE1-56A6-75CD-D82890FB9AAC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40870F0-4B3F-52DA-4E96-E29209CF18B2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4.60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AB9CB27-CB49-2049-8332-A8A2CA9F4FFA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1F6E51E-4F6B-7D55-FC19-EB44DE0BB43F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1.85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9AFCE33-A0FC-A689-401E-0E05A383E09F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CDDED4E-B86F-9C29-354B-DEFDB5D59E25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2.67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B728A6A-3465-3CEA-A7A9-D4EB953CAE51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BDC2FC9-DB0F-EC06-AA32-081BAB3EF34B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2.25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1DA316D-2134-F40A-8CC2-318427226054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7EC7DD-DD9C-4134-4378-E5E552E8B81B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2.67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36F1BAA-F53C-696E-3D62-6075E971608E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4910981-AABC-A778-E6E4-49FF6006139D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96C92A6-772E-FAD5-C6CA-9B6A7AD55DC3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F273984-5EB3-FE9C-8291-AF0457993987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1.77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BDF7CEE-99A2-685F-E04B-28AA1CE2C1AA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9904081-5820-3ADB-F987-330C4DDA763F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4.27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7C2F011-1226-E1AF-5BB4-30955CC19C70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C8E59C8-E865-C3B1-27C9-DAA8FBFF8391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0.51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54A62DC-8CAF-FF02-A7F8-D299D08B8E90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3D4DC6A-9991-3725-A918-690BD91E5793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B8B1BE4-09A1-A731-3AFD-DF3D4766213B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776CF17-E59D-A522-A8B9-480D00993D75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3.04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C84C996-AD49-F02D-BFD2-7BCEBEF35E26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B9F9B64-9FB4-FF39-083A-9F4085E2D17A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3.38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03B0FDE-8FB9-04BE-3EB1-B0E4C2D22E21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3CFA575-2B62-F730-DF05-541946DEE3C0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3.87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C37D509-55B9-26C7-1B22-FA7E5D56D4DD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BE07545-3DD9-5D13-2E3C-C98F167FD9B9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2.31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90FEE0E-E5DA-948B-FD63-2B43BAD6FE8B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023DA41-C556-0542-26FA-794FA4A8380A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2.81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302604C-6392-E7E8-F9C3-47DF93AD2D33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0F68542-BE4D-27CF-C4FD-86751E7479E3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C84F9DC-BA61-A1C2-9E5C-5DA6DD9CE461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6B1CD67-3C29-6990-0DFD-5E2E65AB63DA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C217765-75B5-76E1-9DAC-124BB60F7E8C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C5C4E77-4FE9-8972-C7DE-F8424A792FBC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AE79ECB-B4DF-F50B-8418-B3CEFB8B1B47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602FB95-482D-419E-C6AD-F68C3BBF38AF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6911134-39EF-7828-9B83-F6050F210A8D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C228FB4-7B12-EA66-633B-BBFB05CFB6F7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3A7F579-414F-BF5A-E1BE-8AD5B6821333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681CC73-5BA9-67CA-50FB-36C3FCC0DDAA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0380C0B-EA32-42B9-5A22-9378999F9307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75CD426-201B-85A1-0FB6-1E5DF8A5955B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36128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0C9CF1-91AF-C8FB-AEE7-B152597F1FA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01181-6F63-A3A2-82B3-32601B5DBF96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- 27 - Materials from stock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A279FE-E934-F2D9-83AA-23BD55B0D8B4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02EAA-6FE9-B8F0-DFE1-F0C50F3E8672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9EDB0-7279-468A-E2F8-E72315692324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EB1210F-C1CA-9D78-1689-BA37417AA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8578161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EB2BA0D-C614-089A-3E0F-0DF88701ADC3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93BD9-D8FD-FD77-8B85-476AF57FD7A7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14DD1D-7C03-F560-6317-7AC02B62B518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16EAA-5768-17B2-43A4-45BD67084228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9BDD4C-2F74-2276-9F68-2EE705CF6472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5EF9D8-1548-6457-03BB-10F912779834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1ADFC3-276B-4BB5-A476-70CDF990A3E4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BEA098-295B-4C1E-B298-EEE5C9884C9A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F3AE0F-1AFE-351A-0E6A-3F9AF0BC15E8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B7A425-59E5-3119-7AE4-D9E4E562142D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0D4BAE-DF71-7E22-B3A8-3F91C059A497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DF04F-50CB-9EA8-4121-D3B2E89223DA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B41744-9373-3F87-220F-43A8B4684479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5115BB-E21F-9067-DECA-76D3CFE3F10C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2823ED-4154-1E55-8410-7EAB9E7BFCE9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2F975D-2AE6-12B4-DB04-607EF620B30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113724-B9E9-10F8-00D0-98321F5D9E2D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9B4C42-FF0B-8C86-1DBE-2659649732FA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145.4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56F1E3-77E8-E5ED-EDF6-3B169FB3D93D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898A4C-BCC1-A638-CDD2-5FDB7AA55544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142.6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5D8494-FE27-CC5A-C678-DC06DDEE6633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FBFA17-0A19-B9A2-65A6-ADE8FF55FD37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144.2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A8C12C-F736-A19B-F845-E636FE3BBF66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C4425A-DF5C-260A-C5B9-4FE3DCF2A5E1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E961B6-6AB2-7B78-1E3D-F66DE3B6B1AB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8F78-BC28-3DF6-EA09-199C488B2AE5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EE432F-6E4A-AFA8-30C1-161F17E76C4B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26847D-E148-2155-9A95-2C136F632421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101%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C6ACAF-9D06-272D-54DE-8B1319881322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CFFBE7-E220-65EF-80BA-81E899EA5A09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4B2C77-90CA-2426-3498-94E49F824098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A39EE7-3515-89B2-3118-14148046F744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146.9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6C41C9-AABB-5BFF-CE99-489C2DCAB4B7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76354A-01D9-8145-E5C7-B97AED63F324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145.0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3147B8-2740-B1E0-4609-2BCF9EB003CE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D41938-11A2-7BE8-461B-702C44A0A017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129.1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442649-3DDE-1DF4-55C5-F7A18BF190D0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139017-3CD8-9855-EE88-2BE40609F752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17.7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124C61-4666-0938-FEDF-99E12EA2DC44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53628B-76F8-0418-C77B-843DD75A1517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88%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6C23905-D49F-AF1C-C404-25BCC311E6AB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66ABA2-D324-3379-B9B8-4FE4FD76CA0B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F4C5A0-8738-249E-5E63-631D45C76E19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071ECD-8F13-B041-62A0-A6192ACEAF13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21F93D-2CA7-DFF0-F88E-C6B87CFCE4BB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BD1833-771C-8B29-95AF-211494E793CB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106.9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B14DD8-4C25-3CDE-4EA6-A3AED93A13BB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B09D44-7D99-296B-EA3D-1E0E204C15FC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44.5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5F6112-DC4E-4DF6-AC46-E79CC86B816C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110DC1-922E-7188-FD06-CFB14BABC901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86.0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F3A75FF-C542-5DA2-78E1-531C3BD26B79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09919C-20BB-240E-8418-1AF715E831A6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20.9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F5F5823-F05F-931B-0E3F-AB1699267085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2D45F3-8179-0D95-0D43-43129D2779B3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80%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3BDF21-5B80-4C1C-67A6-EF310D58EA73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713BE3-3B51-B878-A79D-074366460C2D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193%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09F26C-D727-C4BE-3BE5-F8501970BBB9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E24E3E-86AF-3C8A-26F0-8A13E82B0EA5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68D692E-8833-AAAE-825C-AB2C535649F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CAD4E7-CD5B-276D-D119-4B51AA4CEE7A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F664E6B-90BC-4FCE-0655-8C3F0119C755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E49C98-2B93-A250-3345-D4D364EA879C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8681F60-FF43-69B1-79CC-FCCC8E1E7D05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3E8276-874D-2511-ED01-251E342D18C0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A6F5E1-E7B4-B93C-0A47-01FA1BC94AB0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A828B2-4869-F772-ADE3-574B1D916B55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1887641-636F-75DB-2D4C-445E31A866E7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498ACE-2B36-90E8-7061-3F3D83D1CA40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B9308B-4FF6-DC61-4397-6132A8DF8C21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6CDE85-9AF1-058D-E2C9-52A2540616D2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55B440-ABE6-D526-112E-D2AEDFC747D8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D4BFFC-2549-4E5D-A1B5-60058154D4C9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B2AC081-39E1-17B0-4CF2-52C4DED6F6EC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FB7ABA-A816-09F4-28F2-232B21D251B6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3EE5381-8058-1CB6-D863-B373BCB30FAB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F84A5C-3358-D274-3EAF-9DBC9C50DCBC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6E0C5A0-0D22-0106-802A-33CF2BC5A120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D357CA2-1FF0-E354-3AF6-F5869E4D4394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5068280-5CA4-3DF2-990D-28CF51A8CDCF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39CEBF-D146-CC7D-E27C-F4E97E843BAA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AA21DED-9DF7-5553-E50E-846CFABF3035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BAD3EA-82A5-9201-75EB-EF8CAA55DB67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B4DDE6A-D09E-67A9-A2CA-04FC1D7E45D8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5F05A5F-BF97-DD79-DD21-5D3088D8CCAD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976F6E6-2A81-CE36-B02B-EA2D1F2E4835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A9BFF23-5041-C000-334A-60BFD3B443C6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4.69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44A4EF7-7114-7430-CC65-4A4859265A83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998BE5-CE3B-0E36-5327-CDDA20CF58D2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14.79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91E409B-A810-7897-19D3-BC06C955886D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DD1813A-07BE-102B-4BBA-59D2256DB1FF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16.11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2EA01E8-6DFC-9C6C-76F4-C94E5ACDC297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02F2C6-EE92-97CA-EA59-2DFD83E684F0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14.52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8F971E2-74A9-B152-A18E-1C723714B5F8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8AB10C2-A422-139E-7EB8-3E3E5B8F4320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10.78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62DE856-0F1B-40F5-E646-895BC0BFD041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9B5EB69-AF31-E711-10B1-822ED9C2B3F5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10.48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B082AA3-C138-34CE-A8F7-16DD9F4A3DC0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60B8379-B613-F6CF-94D0-0137DBB25F2B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13.32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3ACEAFF-347B-D58E-ED94-16A37E9A0997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B903538-F9C2-18D8-AE6C-AE00E731CCFA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13.48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48D98C6-B983-69C1-996C-4E473648556C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A8E52FE-3020-3AB4-E08C-3ECD5F07E1E8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9.66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9FB0F4A-E931-7793-EAEC-37FE4BDF628C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0ABD098-2DF3-EE9E-68ED-96E9363B3BD9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11.38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6B6BF2F-64A2-3E3A-7A3B-64C6CA7DF2A8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7D456F9-078C-F41A-82FB-B100CBCFAAEC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10.44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DB07D4C-3B22-0B77-C0CB-A5B9950B64F8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613E898-9765-B447-0B6B-17197F33FAFB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14.52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069BFDE-75C8-C0BA-EE33-07EAAFE364DE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B46C7A3-25BB-DE10-E354-DD3228E1A8D3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152B133-680A-1537-66A5-11757B69967D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5DDF01F-6D7A-417E-F213-6254EA5F9B78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3.00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D09BC48-980D-2D0D-751F-1C2007B3E2F9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5CE3ECB-9EAD-6D2B-0F09-D2E73E0CCD02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12.42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F140A0C-0953-9DFC-7B14-AF394EAB2FC9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D8B04FF-7180-427B-8123-772AB9A93876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12.38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01AB00E-DB9D-A197-0575-09AB9B879356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C41DB4F-EAB0-9F6F-BCE7-DDDBCE5FD8EE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9.87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2DB7012-1F29-862A-AEE7-7F3694549921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75B6789-9656-53B1-4897-E1AC0A7D23DC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13.95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47B66F5-DF9F-FB64-EE1E-8A9CBB511BF7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9935A81-3437-2BA7-3456-B92140011C45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13.53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5385B36-3E94-7D2A-B648-EDADAFC63E8A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5020676-61F1-9E98-9DC9-637CBF44B6C9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18.90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65149B5-1FB1-B109-DC57-54E303483007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670F668-DA5D-137A-209D-F5C1BDF1EB59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4.48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C4627A0-BE0C-7D57-C7AA-F0EF2D46DFA6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9F2660B-317E-079B-CC8D-12F599EB3A28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12.09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2E61EA9-2576-B556-70E2-D558422CE5EB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1090DFA-A8D6-76F8-A2BC-95117812D6A2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9.90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3D6C507-3B84-1131-984D-C01F7D2AE0AC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8D4E60C-134A-60B7-C753-443B90CBAB9C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9.89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71E5A45-9504-EB21-1D12-BCEFA20E637F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708F85E-A207-FF66-729F-4D9C4ED73D07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8.72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82B72BC-8A87-891F-7C1E-08DCC7CBB1F9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95C7D91-DFB6-42CC-A503-89FC805406C4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0228038-9373-4BAB-405A-EEE31A8D5112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B7D919E-9A26-5242-5C91-E1DCAFE3E757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19.54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8E46D28-69BB-22B9-D10F-482C40718ACC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739E988-1677-F818-463A-263041913FD1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15.25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75ED323F-E5BB-5B76-7E97-ABF852816FD7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9CD315B-A921-8EC7-C3C2-488FD352C56E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24.04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57AC4F3-FF36-C73B-1AB4-E151E7D9A473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AA5BF56-0267-C477-0DA0-A6610634967A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14.91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2124C2D-2BD8-3757-AEEA-663FD7E65331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CE949FD-2712-A22D-C89B-40561CD84B0F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12.27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CEE9CC3-81D0-8291-7F30-1FCDBFD3B6D9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A4C37C9-2F9A-2D59-D52E-E3B07B0007E7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7D2F025-C9B3-331C-13A6-C782A09E4F9A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7640D45-B62B-7B12-2405-D3B2E764879A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5F44A8A-EC0B-1C1A-06E1-01FE46DA98C5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32DAD47-A2B0-9E98-C243-FA429FB574C2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C1AF4A4-7802-E4BD-65C6-B63BB9370913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49AC406-72A9-420B-F904-CD287D72B841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5E30D83-C9E1-8942-CF0A-9CBAEEDC9AD8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62B75E6-7265-89A5-7280-8A669FD99176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F7AE160-F612-390B-E52D-E58130E60F80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7980EE7-ACFF-77B6-3134-C4F3ADB7F725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5D24966-683F-98C1-FE9C-43D461224A9A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D33F440-D029-64A0-D5F5-EEE59F6B08E4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42886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433515-8735-8133-86C5-3945DC9CB5A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E9900-3D93-FA05-CDD8-C9F68D616B33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- 28 - Materials-Dir. purchase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817E3-A9F5-7D18-D4D9-4509E773620E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0C8D0-4543-9543-C3BC-1863132FC4F6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F0F55-9BEA-3712-9D73-C737D57B604E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AF5B10B-5422-1A5F-4942-0FE5D91DEE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8551730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0DB4D23-3D59-5098-6621-A6521BFCC7F8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AA0C5-BCBF-245E-531F-9359A0712D93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27C0C-485B-C560-6B58-A29EF2138F6C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4CC03-D378-DF8E-126D-FFC1B7EAC5B0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1453B7-CB4D-3776-7837-0552EA0E7838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1975F-D69F-28D4-91B0-917E2D2D7433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69341-075F-4237-0CB3-D7BB41F935DE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D1DFB-7D80-5EDF-38D1-0E26621D6E3E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795F4-6190-88A6-93A8-A7A996E7D7B6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13795F-9636-8F0B-FE5E-F82C99D6F40B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CCD9F6-B49F-AFA4-211E-87EABEBFFFEC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06244-950C-DFC2-3529-56A7E2D53C5B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725E73-D96A-F240-25C9-37DD762598A1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BFE102-7406-7BFE-C7A8-2413C4714878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AA36F3-DFF9-4465-B7A9-FE50AB0ABEA0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19E16F-3799-31AC-E43C-28B60CE29FAC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A3DE8C-48AE-AC28-96DF-237BFF2A7B59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E01DCF-3981-6132-0FD3-26D91E825E49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17.9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7B929F-1DB1-59F5-2BE8-F370F03A8A22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21C698-DEFD-C7BC-4DFA-8517941F2538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19.2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DA466A-E9F6-A329-0E69-5A1409DFC29F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E344BC-BF4B-8745-5982-3385407F4CBC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17.2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B30E44-A0C6-8E43-AC86-84B21C871327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1C454E-1D0B-416F-0937-27EBE2801598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0.7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5F62D-19A0-AA28-5A95-7B8D4457A0F4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E30A61-9C56-BE8E-E39A-384E302B3C03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96%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837B93-8B45-4B3C-334B-C02241EF814A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CE869E-8F82-BC02-E46A-027588D0CACF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89%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BB1851-E3A4-1A73-10D0-8CF5263445C5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B884E9-024B-35AB-DD12-120F2A130F15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2723C6-7431-D5DD-3678-4626896C7D7E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4E7689-08F1-C790-F04D-783FFB29948D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23.0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3A3107-C62C-1340-F90A-4E9F9A85E855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62C3C4-B5BA-C390-137D-FBB7519934F4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21.7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BFBCB9-D3BC-58ED-742D-100736AE83BD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5F39AD-A60C-12F8-F8CB-4424FAF6736E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16.5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C35921-F47E-25A0-9DDD-3FE0B22AC42E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0B2B4B-5ABD-D654-BC54-CA97C038C80C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6.5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92D866-1E7C-1267-CA01-D7DDF7A9CDC8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FC4715-3850-F54B-64D7-8D1EEC7528E1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72%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46349B-7A94-7EEC-6143-EDCD0AD6F623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BE87DF-1498-10EE-1E4E-29EA94163C6A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76%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5A6BEC-6025-C0FC-6BA1-9A7B1B12AADC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120039-E820-B90A-205A-243C8C5CFC49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2E0765-EE7D-F6B7-9AE6-FC78100D1CC1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866FCB-EC53-A419-41EA-4A17F4615944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15.0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8BE329-F013-B255-4071-E679B3D46B81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565FF2-2889-3679-AA55-D630D328669C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6.2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0EFD41-78BF-83B3-33F2-18FFE9008C3E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D2D704-E2EB-73CB-08B0-F46A134966B1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662C8D7-0E37-CED8-4518-24D31E32FC5D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4AFE58-6791-CEA5-AF18-B38E7E96D189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7.9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D0EB899-9F78-1C3E-83B8-68519BC42A15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C4FB9A-725C-11B3-CEB8-D29E14360082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47%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691B8F-D5C3-0B73-6371-DDB3CA85DEE5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7E8CFB-3211-0889-A460-88561635D5AD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113%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D1CF6F-7EFA-D40A-A619-6365E91188A6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33AB19-45CC-AE3E-897F-29A0E805E7D0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348096-1A4C-0A3D-1959-9D1787C72F68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616AFE-1941-5FA8-6992-9EF2F9174B9D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2568B1-3CF2-F818-080E-4EFE108852B6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942AD1-53D3-1CAA-C416-156A5AFDC53A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C56E430-5110-5A4E-A538-68BD6796E99D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0211F9-76DD-139F-E165-79B4D5B28678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2E6C2A7-656C-7473-7F0D-392D446929FD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A1666B-1416-DAD0-3C72-E922E7D20288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EDB018-200F-B9F3-BD2E-5485D864621B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588BB2-9345-3E64-210C-386BBB1E5E8D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1B355BF-94ED-9E7E-0D08-C22D9A2A7989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3240D8D-CAFF-EEEB-E7B7-611E37505306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CBA83A3-E403-01BF-4950-D4F6572E7D35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9DD692-1099-575F-DE98-5EE228DA67AF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D95825-2024-A2A5-1738-A9C3A7EB0AF2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BE6BBB-ED36-A978-C9D2-0E93C380533F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045DDC9-03F0-782D-36B7-69BD89E93C61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E3B308-A512-1A7A-36F9-F0E52E219B2E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1617687-3013-2984-87D3-48210AA99041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19D745B-0701-4421-BAFB-1C891D0B867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B45C3E8-A2DC-A480-3F11-CFE98BF4A728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D437994-1FF9-F311-F018-BE70F1F55F44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C64DAEC-8DAE-DEAE-4835-5F81D688FE24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9B61A4-8586-CAB6-FF2E-49174B17C2D2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402FAA0-BBD1-DA29-F597-5E587285C0C8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F007A3F-E22E-4237-19AA-4AD500875224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35867A3-E4C8-BE96-0253-4BF90608314F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925D82-C817-BD97-D219-4226AA9FA305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1.45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06A0C7C-0BB5-9CB1-4EE7-2C7DD2A7FCD6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C3BE71-10F2-57D4-A00B-2042D6110A96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3.15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417579D-60A1-DF99-CA00-9333DF058CCC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E6C7F3B-30CB-A1D8-A0A6-9586143CF181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3.33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966AA3D-8754-92D7-1843-B316A0E99BFD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2CE7C8E-A08B-9573-1025-99842A380CDE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1.58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8C3DA20-2687-BBBD-383A-0E23DE25F44A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1019C41-2071-2AE5-FA63-9CA042974034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1.75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3770BD-599F-91CF-1E80-9269D79A1215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8D83898-8B17-9D19-3389-86CA87C697DF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1.27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8162B26-6B33-ECF3-3AFA-42743AF42BCF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9AE3A88-B638-E77F-482B-878A25DC94E1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0.92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C082655-97D7-5631-164B-73CBDEECADC1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C63BE56-4ACB-FF87-A641-C63ADC58F077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0.99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95795FB-3701-DA79-3639-2CA80A4557CF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1B8F6C3-9B28-AE93-2543-423F96A6E737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7BC1B82-D650-C543-B8A6-4E1A55290BF4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F3FE74A-BC29-A93E-F77D-06EA8B29447A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0.80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994B1D3-F91B-F57A-4467-17A5F8BE71D4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D3D107-3E35-7D6E-D32E-BA16D1012DF8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1.04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50D3FF0-E638-5358-8492-97FE925A5A1A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AAD2816-D36B-B238-DC63-56A45304DEC3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DC94FE8-75CA-05F0-F93E-00C5E60E85AE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37A7C2D-5472-F540-84CF-6AEB23C4B2D2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AAE6675-CF8A-03FB-BA23-3B2DE231F758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20177B-9B02-902E-DEEF-A66CA7AF1C7A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1.46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57F5A0E-2511-CD32-9EFD-7638A82447FD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0E7B44F-CE5B-B31E-6DD3-C8C98EAAEE31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1.54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6A1CA41-3957-2225-599D-A55134C705D2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9B08EF7-1F2B-4316-172F-3A20E0C79E98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1C4FE69-A9C1-9E79-6651-8CDB013F6B5B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1E6C9BA-C856-91D1-4DB7-CE6EB0A53B20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1.35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8AFCD35-CEFE-E0E3-850D-FC60DD2F134A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1D8D823-187F-1D99-CA9C-2913A83EB432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3.96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1140E7A-A18F-D6A8-C46E-47E00C4AB145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23F2A96-0D68-C2D7-E137-F2913FBB72F2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1.36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7C104F8-3F42-99F9-EEF8-D6D77495CC6D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1F7E71C-2399-08CE-17ED-83133372EA5C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0.74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A6B69F-C445-F256-FF2E-F323F03F9E32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59F8789-B9F8-7CB5-7A37-DDE4040E7CA6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1.16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11811AE-85B9-4B5A-777A-7F22DC91A48F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D71FBD8-0911-799D-2F3F-571BF9B26A7F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0.90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D8871E3-027B-4F9B-A89D-053A5B44C919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6F27609-81AE-559D-5ED0-B50AB8965F09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0.80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CADBC01-4D5A-4AA6-3ABC-244B39FA86AA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3FB196A-2ABD-8967-9D62-DD22188CAC14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0.78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CF715A7-3ACA-C905-394C-C0A3D45CD5DB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245EBC0-D16F-7239-8CC7-4218A0CF2B17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0.14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2818C5C-AB1D-FDDC-96D0-03C49E819058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9607E3C-D785-3460-57BF-A612063E21E4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CAED21E-30C3-530E-460E-C6BA235115C9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7AD9883-260E-0CEF-794A-25D777DBCB10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1.71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CA1E610-2908-94F2-B99D-B3C76755409B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A49BC6C-A57C-C3AF-F306-9232D06A4969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F1E4BE-DC5D-23F1-F990-7817C6011A46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79834DF-356C-9EFC-975D-55E252539CDC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1.35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53D4FBF-9A46-0E53-4329-581AA545B07B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0D61D1-68E4-F206-A8E6-E88BF296C890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2.02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E9F31A8-B6BD-F44F-494B-17E2CE0D81C9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C2C4B16-7864-B0FF-EE59-7C2441BA1742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0.75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3103090-A7FA-AE58-3C48-BAED5C2064B3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F973FD3-6AED-5A83-D14C-C055586F3D35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1D6FF1E-D46B-31C9-B5A1-7D46397E22D3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36793BD-5496-EC30-1986-E66BD6AE9993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ED3E5EA-84AA-818A-175B-6EF08F1D9E82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EFFCD8D-A3B2-8494-D224-5E038C8EF467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C1B1780-315D-2C62-4487-3D9A76CDCCAC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C917235-4D3B-CC9F-98A3-2A03FE43BEED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11D0FD7-C423-2819-AC69-43530ABF40EF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BB5F2EC-D949-AE78-2898-6D0C4B3BA8A9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E08E630-D1DB-D15D-725D-37B3467F560A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EA4C62E-AB12-43D2-0466-60B07F1A7262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B14E33F-F9EF-979B-4F4A-82B2D64A9DD6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966059F-A066-9473-704E-EE56423B4129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970909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4CA631-4B5A-67CC-F8E7-FB4394EE303C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5D36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B94D8-D266-5419-13B5-ED37D657B98A}"/>
              </a:ext>
            </a:extLst>
          </p:cNvPr>
          <p:cNvSpPr txBox="1"/>
          <p:nvPr/>
        </p:nvSpPr>
        <p:spPr>
          <a:xfrm>
            <a:off x="355600" y="1270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PU - 32 - CP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8E55C-58C4-B455-19CA-E7B000C12A8F}"/>
              </a:ext>
            </a:extLst>
          </p:cNvPr>
          <p:cNvSpPr txBox="1"/>
          <p:nvPr/>
        </p:nvSpPr>
        <p:spPr>
          <a:xfrm>
            <a:off x="9588500" y="190500"/>
            <a:ext cx="228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F7EAD9"/>
                </a:solidFill>
                <a:latin typeface="Aptos" panose="020B0004020202020204" pitchFamily="34" charset="0"/>
              </a:rPr>
              <a:t>Monthly AE - yearly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050B68-5E20-B29D-A2EB-91C4FA295766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F8F1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C82C5-CD71-D615-EAC3-6D6B2440FD4E}"/>
              </a:ext>
            </a:extLst>
          </p:cNvPr>
          <p:cNvSpPr txBox="1"/>
          <p:nvPr/>
        </p:nvSpPr>
        <p:spPr>
          <a:xfrm>
            <a:off x="304800" y="6629400"/>
            <a:ext cx="1143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84654B"/>
                </a:solidFill>
                <a:latin typeface="Aptos" panose="020B0004020202020204" pitchFamily="34" charset="0"/>
              </a:rPr>
              <a:t>Northern Railway | Moradabad Division | Accounts Department | Figures in Rs Cr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6F99C1C-6FB0-B568-9D11-A089A41B2A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109985"/>
              </p:ext>
            </p:extLst>
          </p:nvPr>
        </p:nvGraphicFramePr>
        <p:xfrm>
          <a:off x="304800" y="927100"/>
          <a:ext cx="11582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E710EE8-A7DF-DE28-9838-450604C8B0DF}"/>
              </a:ext>
            </a:extLst>
          </p:cNvPr>
          <p:cNvSpPr/>
          <p:nvPr/>
        </p:nvSpPr>
        <p:spPr>
          <a:xfrm>
            <a:off x="330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955E7-2975-D514-ECD5-7F911B8E4FAA}"/>
              </a:ext>
            </a:extLst>
          </p:cNvPr>
          <p:cNvSpPr txBox="1"/>
          <p:nvPr/>
        </p:nvSpPr>
        <p:spPr>
          <a:xfrm>
            <a:off x="355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668DB-A570-7E33-0760-8590A82760D5}"/>
              </a:ext>
            </a:extLst>
          </p:cNvPr>
          <p:cNvSpPr/>
          <p:nvPr/>
        </p:nvSpPr>
        <p:spPr>
          <a:xfrm>
            <a:off x="1155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6359F-E9FB-2FE6-881E-B5756814C5FB}"/>
              </a:ext>
            </a:extLst>
          </p:cNvPr>
          <p:cNvSpPr txBox="1"/>
          <p:nvPr/>
        </p:nvSpPr>
        <p:spPr>
          <a:xfrm>
            <a:off x="1181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D96ED2-8180-5097-ECEE-73E66AAEA62A}"/>
              </a:ext>
            </a:extLst>
          </p:cNvPr>
          <p:cNvSpPr/>
          <p:nvPr/>
        </p:nvSpPr>
        <p:spPr>
          <a:xfrm>
            <a:off x="1981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8DDCD-C9DF-977E-C9A2-8787F64F34B0}"/>
              </a:ext>
            </a:extLst>
          </p:cNvPr>
          <p:cNvSpPr txBox="1"/>
          <p:nvPr/>
        </p:nvSpPr>
        <p:spPr>
          <a:xfrm>
            <a:off x="2006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FDEF18-24C7-8164-44CA-0A7209F1FB45}"/>
              </a:ext>
            </a:extLst>
          </p:cNvPr>
          <p:cNvSpPr/>
          <p:nvPr/>
        </p:nvSpPr>
        <p:spPr>
          <a:xfrm>
            <a:off x="2806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D7CEA-DE00-C48C-675F-9860F252B57E}"/>
              </a:ext>
            </a:extLst>
          </p:cNvPr>
          <p:cNvSpPr txBox="1"/>
          <p:nvPr/>
        </p:nvSpPr>
        <p:spPr>
          <a:xfrm>
            <a:off x="2832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F9F296-F256-8ABD-472E-2D4AAA8A8D5D}"/>
              </a:ext>
            </a:extLst>
          </p:cNvPr>
          <p:cNvSpPr/>
          <p:nvPr/>
        </p:nvSpPr>
        <p:spPr>
          <a:xfrm>
            <a:off x="3632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75F32-84B0-3EE0-1B48-632AAA8A70D2}"/>
              </a:ext>
            </a:extLst>
          </p:cNvPr>
          <p:cNvSpPr txBox="1"/>
          <p:nvPr/>
        </p:nvSpPr>
        <p:spPr>
          <a:xfrm>
            <a:off x="3657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Available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32D855-5FFC-400C-0BAF-BBCDEBC98295}"/>
              </a:ext>
            </a:extLst>
          </p:cNvPr>
          <p:cNvSpPr/>
          <p:nvPr/>
        </p:nvSpPr>
        <p:spPr>
          <a:xfrm>
            <a:off x="44577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B9ED6-EBB4-7DCC-818B-B090C0AEA85D}"/>
              </a:ext>
            </a:extLst>
          </p:cNvPr>
          <p:cNvSpPr txBox="1"/>
          <p:nvPr/>
        </p:nvSpPr>
        <p:spPr>
          <a:xfrm>
            <a:off x="44831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OBA 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CBE0C7-D46E-19C5-F2E5-FA3A3DC4D3EF}"/>
              </a:ext>
            </a:extLst>
          </p:cNvPr>
          <p:cNvSpPr/>
          <p:nvPr/>
        </p:nvSpPr>
        <p:spPr>
          <a:xfrm>
            <a:off x="5283200" y="5422900"/>
            <a:ext cx="8255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4B3B0-D69F-FB5F-1A4F-B556795780E7}"/>
              </a:ext>
            </a:extLst>
          </p:cNvPr>
          <p:cNvSpPr txBox="1"/>
          <p:nvPr/>
        </p:nvSpPr>
        <p:spPr>
          <a:xfrm>
            <a:off x="5308600" y="54483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FFFFFF"/>
                </a:solidFill>
                <a:latin typeface="Aptos" panose="020B0004020202020204" pitchFamily="34" charset="0"/>
              </a:rPr>
              <a:t>BP 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8FC222-62BF-D745-B75C-B1A0753E7D6B}"/>
              </a:ext>
            </a:extLst>
          </p:cNvPr>
          <p:cNvSpPr/>
          <p:nvPr/>
        </p:nvSpPr>
        <p:spPr>
          <a:xfrm>
            <a:off x="330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F405A1-4920-B7A0-B132-2A77C4E3EDDB}"/>
              </a:ext>
            </a:extLst>
          </p:cNvPr>
          <p:cNvSpPr txBox="1"/>
          <p:nvPr/>
        </p:nvSpPr>
        <p:spPr>
          <a:xfrm>
            <a:off x="355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049FA0-8321-CA3C-A033-863348A1834D}"/>
              </a:ext>
            </a:extLst>
          </p:cNvPr>
          <p:cNvSpPr/>
          <p:nvPr/>
        </p:nvSpPr>
        <p:spPr>
          <a:xfrm>
            <a:off x="1155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804953-3795-A3CC-E0E6-9E75D5C05B5E}"/>
              </a:ext>
            </a:extLst>
          </p:cNvPr>
          <p:cNvSpPr txBox="1"/>
          <p:nvPr/>
        </p:nvSpPr>
        <p:spPr>
          <a:xfrm>
            <a:off x="1181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382.8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4F63DB-ADB6-E808-33D7-8B6E834CD543}"/>
              </a:ext>
            </a:extLst>
          </p:cNvPr>
          <p:cNvSpPr/>
          <p:nvPr/>
        </p:nvSpPr>
        <p:spPr>
          <a:xfrm>
            <a:off x="1981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F8B4C9-2D7A-340A-5C2E-CA0D7D468E8F}"/>
              </a:ext>
            </a:extLst>
          </p:cNvPr>
          <p:cNvSpPr txBox="1"/>
          <p:nvPr/>
        </p:nvSpPr>
        <p:spPr>
          <a:xfrm>
            <a:off x="2006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382.7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0CB04C-7DBD-1541-05C7-0B49E43A5BF7}"/>
              </a:ext>
            </a:extLst>
          </p:cNvPr>
          <p:cNvSpPr/>
          <p:nvPr/>
        </p:nvSpPr>
        <p:spPr>
          <a:xfrm>
            <a:off x="2806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AFBA23-57B9-EF5E-483E-D45CFC46DF82}"/>
              </a:ext>
            </a:extLst>
          </p:cNvPr>
          <p:cNvSpPr txBox="1"/>
          <p:nvPr/>
        </p:nvSpPr>
        <p:spPr>
          <a:xfrm>
            <a:off x="2832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396.1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6A2B2F-3C74-9BBF-BDE7-827A1ADD5CF7}"/>
              </a:ext>
            </a:extLst>
          </p:cNvPr>
          <p:cNvSpPr/>
          <p:nvPr/>
        </p:nvSpPr>
        <p:spPr>
          <a:xfrm>
            <a:off x="3632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2D1CC6-1A4B-DB32-3340-6402EFC0E671}"/>
              </a:ext>
            </a:extLst>
          </p:cNvPr>
          <p:cNvSpPr txBox="1"/>
          <p:nvPr/>
        </p:nvSpPr>
        <p:spPr>
          <a:xfrm>
            <a:off x="3657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-13.3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95850A-E762-95C3-8FA4-76DCA35C3A66}"/>
              </a:ext>
            </a:extLst>
          </p:cNvPr>
          <p:cNvSpPr/>
          <p:nvPr/>
        </p:nvSpPr>
        <p:spPr>
          <a:xfrm>
            <a:off x="44577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A9EA8E-EFF8-0459-4895-44D5DC564A39}"/>
              </a:ext>
            </a:extLst>
          </p:cNvPr>
          <p:cNvSpPr txBox="1"/>
          <p:nvPr/>
        </p:nvSpPr>
        <p:spPr>
          <a:xfrm>
            <a:off x="44831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103%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D39AA6-657A-2F48-DC2D-48406C2609C9}"/>
              </a:ext>
            </a:extLst>
          </p:cNvPr>
          <p:cNvSpPr/>
          <p:nvPr/>
        </p:nvSpPr>
        <p:spPr>
          <a:xfrm>
            <a:off x="5283200" y="56896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1C56DD-B30C-39A0-287D-EC03B85AFE20}"/>
              </a:ext>
            </a:extLst>
          </p:cNvPr>
          <p:cNvSpPr txBox="1"/>
          <p:nvPr/>
        </p:nvSpPr>
        <p:spPr>
          <a:xfrm>
            <a:off x="5308600" y="57150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104%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0C6FB5-7DB5-F0CE-4AE2-EB69E9A0EA55}"/>
              </a:ext>
            </a:extLst>
          </p:cNvPr>
          <p:cNvSpPr/>
          <p:nvPr/>
        </p:nvSpPr>
        <p:spPr>
          <a:xfrm>
            <a:off x="330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A79C52-6A66-3790-84C0-6BC4C4D08F64}"/>
              </a:ext>
            </a:extLst>
          </p:cNvPr>
          <p:cNvSpPr txBox="1"/>
          <p:nvPr/>
        </p:nvSpPr>
        <p:spPr>
          <a:xfrm>
            <a:off x="355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875FCB-2331-0ADA-10EB-104CE8C9D55F}"/>
              </a:ext>
            </a:extLst>
          </p:cNvPr>
          <p:cNvSpPr/>
          <p:nvPr/>
        </p:nvSpPr>
        <p:spPr>
          <a:xfrm>
            <a:off x="1155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0302E2-0EC9-1204-2707-898AC3586616}"/>
              </a:ext>
            </a:extLst>
          </p:cNvPr>
          <p:cNvSpPr txBox="1"/>
          <p:nvPr/>
        </p:nvSpPr>
        <p:spPr>
          <a:xfrm>
            <a:off x="1181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398.4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F3F009-C21F-4336-B9AC-93C0864F74D8}"/>
              </a:ext>
            </a:extLst>
          </p:cNvPr>
          <p:cNvSpPr/>
          <p:nvPr/>
        </p:nvSpPr>
        <p:spPr>
          <a:xfrm>
            <a:off x="1981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9FE9BB-7462-F992-9999-3E6A6B053556}"/>
              </a:ext>
            </a:extLst>
          </p:cNvPr>
          <p:cNvSpPr txBox="1"/>
          <p:nvPr/>
        </p:nvSpPr>
        <p:spPr>
          <a:xfrm>
            <a:off x="2006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356.0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A9F34F-52FE-AD7D-4AF4-324A51CFC1C9}"/>
              </a:ext>
            </a:extLst>
          </p:cNvPr>
          <p:cNvSpPr/>
          <p:nvPr/>
        </p:nvSpPr>
        <p:spPr>
          <a:xfrm>
            <a:off x="2806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511858-88C8-359B-352C-0B0F340A919B}"/>
              </a:ext>
            </a:extLst>
          </p:cNvPr>
          <p:cNvSpPr txBox="1"/>
          <p:nvPr/>
        </p:nvSpPr>
        <p:spPr>
          <a:xfrm>
            <a:off x="2832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362.4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63B1D2-5C87-0AF8-43C9-7EC0B5791529}"/>
              </a:ext>
            </a:extLst>
          </p:cNvPr>
          <p:cNvSpPr/>
          <p:nvPr/>
        </p:nvSpPr>
        <p:spPr>
          <a:xfrm>
            <a:off x="3632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4CD426-C56E-75A2-C732-F552D896514E}"/>
              </a:ext>
            </a:extLst>
          </p:cNvPr>
          <p:cNvSpPr txBox="1"/>
          <p:nvPr/>
        </p:nvSpPr>
        <p:spPr>
          <a:xfrm>
            <a:off x="3657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36.0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D70C91-0157-F5C6-B72C-B63BD550CA40}"/>
              </a:ext>
            </a:extLst>
          </p:cNvPr>
          <p:cNvSpPr/>
          <p:nvPr/>
        </p:nvSpPr>
        <p:spPr>
          <a:xfrm>
            <a:off x="44577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66143D-3D41-5F55-D9E7-19A94656D226}"/>
              </a:ext>
            </a:extLst>
          </p:cNvPr>
          <p:cNvSpPr txBox="1"/>
          <p:nvPr/>
        </p:nvSpPr>
        <p:spPr>
          <a:xfrm>
            <a:off x="44831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91%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F7213F-B5D3-BC6B-BD69-0D236BA291F0}"/>
              </a:ext>
            </a:extLst>
          </p:cNvPr>
          <p:cNvSpPr/>
          <p:nvPr/>
        </p:nvSpPr>
        <p:spPr>
          <a:xfrm>
            <a:off x="5283200" y="5956300"/>
            <a:ext cx="8255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377C91-90F3-AC11-D2EE-DFE3AC4783D8}"/>
              </a:ext>
            </a:extLst>
          </p:cNvPr>
          <p:cNvSpPr txBox="1"/>
          <p:nvPr/>
        </p:nvSpPr>
        <p:spPr>
          <a:xfrm>
            <a:off x="5308600" y="59817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102%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CF0D25-25F6-0FC8-592E-8DA32038409C}"/>
              </a:ext>
            </a:extLst>
          </p:cNvPr>
          <p:cNvSpPr/>
          <p:nvPr/>
        </p:nvSpPr>
        <p:spPr>
          <a:xfrm>
            <a:off x="330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0E83AD-5992-C564-6D4E-575671F7818B}"/>
              </a:ext>
            </a:extLst>
          </p:cNvPr>
          <p:cNvSpPr txBox="1"/>
          <p:nvPr/>
        </p:nvSpPr>
        <p:spPr>
          <a:xfrm>
            <a:off x="355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E9625C6-ABDC-FA8F-5059-2825F73D5FA0}"/>
              </a:ext>
            </a:extLst>
          </p:cNvPr>
          <p:cNvSpPr/>
          <p:nvPr/>
        </p:nvSpPr>
        <p:spPr>
          <a:xfrm>
            <a:off x="1155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8C4C4F-CB11-290A-2089-1452E4A61740}"/>
              </a:ext>
            </a:extLst>
          </p:cNvPr>
          <p:cNvSpPr txBox="1"/>
          <p:nvPr/>
        </p:nvSpPr>
        <p:spPr>
          <a:xfrm>
            <a:off x="1181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325.4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213D7-E6BB-0D9E-F57A-0684EF220579}"/>
              </a:ext>
            </a:extLst>
          </p:cNvPr>
          <p:cNvSpPr/>
          <p:nvPr/>
        </p:nvSpPr>
        <p:spPr>
          <a:xfrm>
            <a:off x="1981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1B9069-44AD-95BC-0A32-B1E608AC89E8}"/>
              </a:ext>
            </a:extLst>
          </p:cNvPr>
          <p:cNvSpPr txBox="1"/>
          <p:nvPr/>
        </p:nvSpPr>
        <p:spPr>
          <a:xfrm>
            <a:off x="2006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135.6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9506B83-0DC2-DEE3-B6CD-B67E5D1001E2}"/>
              </a:ext>
            </a:extLst>
          </p:cNvPr>
          <p:cNvSpPr/>
          <p:nvPr/>
        </p:nvSpPr>
        <p:spPr>
          <a:xfrm>
            <a:off x="2806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F8C3A4-71E0-B7FF-09B3-6068ACD947BE}"/>
              </a:ext>
            </a:extLst>
          </p:cNvPr>
          <p:cNvSpPr txBox="1"/>
          <p:nvPr/>
        </p:nvSpPr>
        <p:spPr>
          <a:xfrm>
            <a:off x="2832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182.4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1F98EBE-B9A3-AD91-5459-620D425437D4}"/>
              </a:ext>
            </a:extLst>
          </p:cNvPr>
          <p:cNvSpPr/>
          <p:nvPr/>
        </p:nvSpPr>
        <p:spPr>
          <a:xfrm>
            <a:off x="3632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4D974D-6443-54C5-B68E-E3E130C670C9}"/>
              </a:ext>
            </a:extLst>
          </p:cNvPr>
          <p:cNvSpPr txBox="1"/>
          <p:nvPr/>
        </p:nvSpPr>
        <p:spPr>
          <a:xfrm>
            <a:off x="3657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143.0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3F69FA8-CEBF-BC3A-F951-D14D38E56B8B}"/>
              </a:ext>
            </a:extLst>
          </p:cNvPr>
          <p:cNvSpPr/>
          <p:nvPr/>
        </p:nvSpPr>
        <p:spPr>
          <a:xfrm>
            <a:off x="44577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1AE1B3-14C6-F5D4-D1A2-7CBE043131A2}"/>
              </a:ext>
            </a:extLst>
          </p:cNvPr>
          <p:cNvSpPr txBox="1"/>
          <p:nvPr/>
        </p:nvSpPr>
        <p:spPr>
          <a:xfrm>
            <a:off x="44831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56%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3983570-A2BE-B705-435F-58FEAFF94597}"/>
              </a:ext>
            </a:extLst>
          </p:cNvPr>
          <p:cNvSpPr/>
          <p:nvPr/>
        </p:nvSpPr>
        <p:spPr>
          <a:xfrm>
            <a:off x="5283200" y="6223000"/>
            <a:ext cx="8255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C9D53F-D317-E620-25B7-96A9B8EA8CC6}"/>
              </a:ext>
            </a:extLst>
          </p:cNvPr>
          <p:cNvSpPr txBox="1"/>
          <p:nvPr/>
        </p:nvSpPr>
        <p:spPr>
          <a:xfrm>
            <a:off x="5308600" y="6248400"/>
            <a:ext cx="7747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700">
                <a:solidFill>
                  <a:srgbClr val="37291F"/>
                </a:solidFill>
                <a:latin typeface="Aptos" panose="020B0004020202020204" pitchFamily="34" charset="0"/>
              </a:rPr>
              <a:t>135%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0CB3AC7-C9B1-9D73-84D2-8A223A9744DC}"/>
              </a:ext>
            </a:extLst>
          </p:cNvPr>
          <p:cNvSpPr/>
          <p:nvPr/>
        </p:nvSpPr>
        <p:spPr>
          <a:xfrm>
            <a:off x="6261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BAFF87-1CFC-F511-A824-059505EF9327}"/>
              </a:ext>
            </a:extLst>
          </p:cNvPr>
          <p:cNvSpPr txBox="1"/>
          <p:nvPr/>
        </p:nvSpPr>
        <p:spPr>
          <a:xfrm>
            <a:off x="6286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2AA292-0461-C326-692A-F8D720EBCAD7}"/>
              </a:ext>
            </a:extLst>
          </p:cNvPr>
          <p:cNvSpPr/>
          <p:nvPr/>
        </p:nvSpPr>
        <p:spPr>
          <a:xfrm>
            <a:off x="6692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289971-794B-722A-6C53-9D4DA614C9C7}"/>
              </a:ext>
            </a:extLst>
          </p:cNvPr>
          <p:cNvSpPr txBox="1"/>
          <p:nvPr/>
        </p:nvSpPr>
        <p:spPr>
          <a:xfrm>
            <a:off x="6718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722964-6AE2-98E3-513F-93F242C0D6CB}"/>
              </a:ext>
            </a:extLst>
          </p:cNvPr>
          <p:cNvSpPr/>
          <p:nvPr/>
        </p:nvSpPr>
        <p:spPr>
          <a:xfrm>
            <a:off x="7124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C52BB9-F303-EC3B-1E65-5340D396E159}"/>
              </a:ext>
            </a:extLst>
          </p:cNvPr>
          <p:cNvSpPr txBox="1"/>
          <p:nvPr/>
        </p:nvSpPr>
        <p:spPr>
          <a:xfrm>
            <a:off x="7150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ED718E0-A1F7-BF09-1B75-541771092631}"/>
              </a:ext>
            </a:extLst>
          </p:cNvPr>
          <p:cNvSpPr/>
          <p:nvPr/>
        </p:nvSpPr>
        <p:spPr>
          <a:xfrm>
            <a:off x="7556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42123A-05DE-D754-0830-F32DAE9BF8FA}"/>
              </a:ext>
            </a:extLst>
          </p:cNvPr>
          <p:cNvSpPr txBox="1"/>
          <p:nvPr/>
        </p:nvSpPr>
        <p:spPr>
          <a:xfrm>
            <a:off x="7581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270200D-14A9-3CE6-D270-1B35AE6A5513}"/>
              </a:ext>
            </a:extLst>
          </p:cNvPr>
          <p:cNvSpPr/>
          <p:nvPr/>
        </p:nvSpPr>
        <p:spPr>
          <a:xfrm>
            <a:off x="7988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F68AC6-3DD9-24C9-0001-0B9D676B9D00}"/>
              </a:ext>
            </a:extLst>
          </p:cNvPr>
          <p:cNvSpPr txBox="1"/>
          <p:nvPr/>
        </p:nvSpPr>
        <p:spPr>
          <a:xfrm>
            <a:off x="8013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4FA1733-E1D1-B122-3A20-1BBBE03FFDF7}"/>
              </a:ext>
            </a:extLst>
          </p:cNvPr>
          <p:cNvSpPr/>
          <p:nvPr/>
        </p:nvSpPr>
        <p:spPr>
          <a:xfrm>
            <a:off x="8420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440BF4-4C9C-571B-4311-032F4F7AE424}"/>
              </a:ext>
            </a:extLst>
          </p:cNvPr>
          <p:cNvSpPr txBox="1"/>
          <p:nvPr/>
        </p:nvSpPr>
        <p:spPr>
          <a:xfrm>
            <a:off x="8445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C49CC7A-4DEB-0976-DC1A-9E8C29993246}"/>
              </a:ext>
            </a:extLst>
          </p:cNvPr>
          <p:cNvSpPr/>
          <p:nvPr/>
        </p:nvSpPr>
        <p:spPr>
          <a:xfrm>
            <a:off x="8851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5B5577-9A46-6870-D547-A4B115C02E47}"/>
              </a:ext>
            </a:extLst>
          </p:cNvPr>
          <p:cNvSpPr txBox="1"/>
          <p:nvPr/>
        </p:nvSpPr>
        <p:spPr>
          <a:xfrm>
            <a:off x="8877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DFD61BD-2D71-713A-0A97-BD7F1296FB2D}"/>
              </a:ext>
            </a:extLst>
          </p:cNvPr>
          <p:cNvSpPr/>
          <p:nvPr/>
        </p:nvSpPr>
        <p:spPr>
          <a:xfrm>
            <a:off x="9283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D7AB86-9B07-6767-0A49-25C563D4F537}"/>
              </a:ext>
            </a:extLst>
          </p:cNvPr>
          <p:cNvSpPr txBox="1"/>
          <p:nvPr/>
        </p:nvSpPr>
        <p:spPr>
          <a:xfrm>
            <a:off x="9309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0DE3C8A-A20C-E670-8BBB-B67D111EF183}"/>
              </a:ext>
            </a:extLst>
          </p:cNvPr>
          <p:cNvSpPr/>
          <p:nvPr/>
        </p:nvSpPr>
        <p:spPr>
          <a:xfrm>
            <a:off x="97155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E689C37-5981-8A7D-1E98-8994615289C3}"/>
              </a:ext>
            </a:extLst>
          </p:cNvPr>
          <p:cNvSpPr txBox="1"/>
          <p:nvPr/>
        </p:nvSpPr>
        <p:spPr>
          <a:xfrm>
            <a:off x="97409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EEC134-218E-9DF4-BE70-5DB7E55FF2C2}"/>
              </a:ext>
            </a:extLst>
          </p:cNvPr>
          <p:cNvSpPr/>
          <p:nvPr/>
        </p:nvSpPr>
        <p:spPr>
          <a:xfrm>
            <a:off x="101473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3D5D2D-7B96-EBDB-D402-95DD85F3AB3E}"/>
              </a:ext>
            </a:extLst>
          </p:cNvPr>
          <p:cNvSpPr txBox="1"/>
          <p:nvPr/>
        </p:nvSpPr>
        <p:spPr>
          <a:xfrm>
            <a:off x="101727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327ED77-3EE8-F211-AED5-1A11801FF189}"/>
              </a:ext>
            </a:extLst>
          </p:cNvPr>
          <p:cNvSpPr/>
          <p:nvPr/>
        </p:nvSpPr>
        <p:spPr>
          <a:xfrm>
            <a:off x="105791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E5798C-B501-A318-4116-3974051ECE1C}"/>
              </a:ext>
            </a:extLst>
          </p:cNvPr>
          <p:cNvSpPr txBox="1"/>
          <p:nvPr/>
        </p:nvSpPr>
        <p:spPr>
          <a:xfrm>
            <a:off x="106045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775A4A7-3AC5-70A9-2C3F-13A6C1F39509}"/>
              </a:ext>
            </a:extLst>
          </p:cNvPr>
          <p:cNvSpPr/>
          <p:nvPr/>
        </p:nvSpPr>
        <p:spPr>
          <a:xfrm>
            <a:off x="110109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1B65D17-D04A-D53D-E69D-BDC8582110C9}"/>
              </a:ext>
            </a:extLst>
          </p:cNvPr>
          <p:cNvSpPr txBox="1"/>
          <p:nvPr/>
        </p:nvSpPr>
        <p:spPr>
          <a:xfrm>
            <a:off x="110363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FD5E93C-0E85-A877-BA59-310EEA558FA0}"/>
              </a:ext>
            </a:extLst>
          </p:cNvPr>
          <p:cNvSpPr/>
          <p:nvPr/>
        </p:nvSpPr>
        <p:spPr>
          <a:xfrm>
            <a:off x="11442700" y="5422900"/>
            <a:ext cx="431800" cy="266700"/>
          </a:xfrm>
          <a:prstGeom prst="rect">
            <a:avLst/>
          </a:prstGeom>
          <a:solidFill>
            <a:srgbClr val="835724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554EC88-1B99-33BB-4BA0-2EA75DC17F9F}"/>
              </a:ext>
            </a:extLst>
          </p:cNvPr>
          <p:cNvSpPr txBox="1"/>
          <p:nvPr/>
        </p:nvSpPr>
        <p:spPr>
          <a:xfrm>
            <a:off x="11468100" y="54483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FFFFFF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DC0628-3FF4-6B5C-1E9B-9319C1025D1E}"/>
              </a:ext>
            </a:extLst>
          </p:cNvPr>
          <p:cNvSpPr/>
          <p:nvPr/>
        </p:nvSpPr>
        <p:spPr>
          <a:xfrm>
            <a:off x="6261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8CF067-FB10-1D24-833F-0A0311FCF4F5}"/>
              </a:ext>
            </a:extLst>
          </p:cNvPr>
          <p:cNvSpPr txBox="1"/>
          <p:nvPr/>
        </p:nvSpPr>
        <p:spPr>
          <a:xfrm>
            <a:off x="6286500" y="57150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2024-25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29B59A4-EDEA-2956-09B4-8F98712F8F7A}"/>
              </a:ext>
            </a:extLst>
          </p:cNvPr>
          <p:cNvSpPr/>
          <p:nvPr/>
        </p:nvSpPr>
        <p:spPr>
          <a:xfrm>
            <a:off x="6692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535528B-91E6-37D5-91FC-A6FE16371D18}"/>
              </a:ext>
            </a:extLst>
          </p:cNvPr>
          <p:cNvSpPr txBox="1"/>
          <p:nvPr/>
        </p:nvSpPr>
        <p:spPr>
          <a:xfrm>
            <a:off x="6718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15.46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652C688-2A1E-4F7A-6409-C8B97AD9EE2A}"/>
              </a:ext>
            </a:extLst>
          </p:cNvPr>
          <p:cNvSpPr/>
          <p:nvPr/>
        </p:nvSpPr>
        <p:spPr>
          <a:xfrm>
            <a:off x="7124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EAAA008-AE20-1C94-06E1-C053906A82B0}"/>
              </a:ext>
            </a:extLst>
          </p:cNvPr>
          <p:cNvSpPr txBox="1"/>
          <p:nvPr/>
        </p:nvSpPr>
        <p:spPr>
          <a:xfrm>
            <a:off x="7150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76.11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7AAB005-CA29-22EB-09B5-17FA9562A6FC}"/>
              </a:ext>
            </a:extLst>
          </p:cNvPr>
          <p:cNvSpPr/>
          <p:nvPr/>
        </p:nvSpPr>
        <p:spPr>
          <a:xfrm>
            <a:off x="7556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CE2A57-9CAD-6E3C-E70A-1ADA425F29F7}"/>
              </a:ext>
            </a:extLst>
          </p:cNvPr>
          <p:cNvSpPr txBox="1"/>
          <p:nvPr/>
        </p:nvSpPr>
        <p:spPr>
          <a:xfrm>
            <a:off x="7581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13.06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8BC89D2-708A-D537-890C-FEDEF21549FE}"/>
              </a:ext>
            </a:extLst>
          </p:cNvPr>
          <p:cNvSpPr/>
          <p:nvPr/>
        </p:nvSpPr>
        <p:spPr>
          <a:xfrm>
            <a:off x="7988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9EE0171-0632-753E-0FDF-33F7E20E9C38}"/>
              </a:ext>
            </a:extLst>
          </p:cNvPr>
          <p:cNvSpPr txBox="1"/>
          <p:nvPr/>
        </p:nvSpPr>
        <p:spPr>
          <a:xfrm>
            <a:off x="8013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9.39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6E8B0B1-BC71-FBAE-DF13-33504A18741A}"/>
              </a:ext>
            </a:extLst>
          </p:cNvPr>
          <p:cNvSpPr/>
          <p:nvPr/>
        </p:nvSpPr>
        <p:spPr>
          <a:xfrm>
            <a:off x="8420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8101BC4-4CD0-9FF9-7F2C-C96D4047D7FA}"/>
              </a:ext>
            </a:extLst>
          </p:cNvPr>
          <p:cNvSpPr txBox="1"/>
          <p:nvPr/>
        </p:nvSpPr>
        <p:spPr>
          <a:xfrm>
            <a:off x="8445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88.90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B9F59F7-F263-CEA9-51F2-ED761B6C95B1}"/>
              </a:ext>
            </a:extLst>
          </p:cNvPr>
          <p:cNvSpPr/>
          <p:nvPr/>
        </p:nvSpPr>
        <p:spPr>
          <a:xfrm>
            <a:off x="8851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A5C2BD3-4A33-D8F9-BBE3-A665B687B63A}"/>
              </a:ext>
            </a:extLst>
          </p:cNvPr>
          <p:cNvSpPr txBox="1"/>
          <p:nvPr/>
        </p:nvSpPr>
        <p:spPr>
          <a:xfrm>
            <a:off x="8877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11.56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7670257-8DDF-D42B-C954-A13826063424}"/>
              </a:ext>
            </a:extLst>
          </p:cNvPr>
          <p:cNvSpPr/>
          <p:nvPr/>
        </p:nvSpPr>
        <p:spPr>
          <a:xfrm>
            <a:off x="9283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5CF03E0-8BE3-ABCA-9B3F-F9DA70D2CC7B}"/>
              </a:ext>
            </a:extLst>
          </p:cNvPr>
          <p:cNvSpPr txBox="1"/>
          <p:nvPr/>
        </p:nvSpPr>
        <p:spPr>
          <a:xfrm>
            <a:off x="9309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80.80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7A7B6AA-83E7-7F91-F3AC-E79DA1CBB686}"/>
              </a:ext>
            </a:extLst>
          </p:cNvPr>
          <p:cNvSpPr/>
          <p:nvPr/>
        </p:nvSpPr>
        <p:spPr>
          <a:xfrm>
            <a:off x="97155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D302104-5E24-3A76-CEB9-60592E526953}"/>
              </a:ext>
            </a:extLst>
          </p:cNvPr>
          <p:cNvSpPr txBox="1"/>
          <p:nvPr/>
        </p:nvSpPr>
        <p:spPr>
          <a:xfrm>
            <a:off x="97409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8.84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CC6123A-2B61-82B1-C597-858C6475B10E}"/>
              </a:ext>
            </a:extLst>
          </p:cNvPr>
          <p:cNvSpPr/>
          <p:nvPr/>
        </p:nvSpPr>
        <p:spPr>
          <a:xfrm>
            <a:off x="101473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B401F6A-73F9-B092-92B6-78C9235DE118}"/>
              </a:ext>
            </a:extLst>
          </p:cNvPr>
          <p:cNvSpPr txBox="1"/>
          <p:nvPr/>
        </p:nvSpPr>
        <p:spPr>
          <a:xfrm>
            <a:off x="101727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11.67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E403AE6-B02A-1654-2781-83473414331B}"/>
              </a:ext>
            </a:extLst>
          </p:cNvPr>
          <p:cNvSpPr/>
          <p:nvPr/>
        </p:nvSpPr>
        <p:spPr>
          <a:xfrm>
            <a:off x="105791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4D93D01-0DF4-2F42-6157-A63A2FFA2944}"/>
              </a:ext>
            </a:extLst>
          </p:cNvPr>
          <p:cNvSpPr txBox="1"/>
          <p:nvPr/>
        </p:nvSpPr>
        <p:spPr>
          <a:xfrm>
            <a:off x="106045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63.50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350DA27-9DDE-1041-7234-05186A4F07F6}"/>
              </a:ext>
            </a:extLst>
          </p:cNvPr>
          <p:cNvSpPr/>
          <p:nvPr/>
        </p:nvSpPr>
        <p:spPr>
          <a:xfrm>
            <a:off x="110109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5EC4253-7549-2F70-DF78-155BA19396BB}"/>
              </a:ext>
            </a:extLst>
          </p:cNvPr>
          <p:cNvSpPr txBox="1"/>
          <p:nvPr/>
        </p:nvSpPr>
        <p:spPr>
          <a:xfrm>
            <a:off x="110363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13.92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F205D42-1728-D7D0-686C-A017103C707F}"/>
              </a:ext>
            </a:extLst>
          </p:cNvPr>
          <p:cNvSpPr/>
          <p:nvPr/>
        </p:nvSpPr>
        <p:spPr>
          <a:xfrm>
            <a:off x="11442700" y="56896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6B3C51C-CB77-8D27-2E9F-E03A87E8E645}"/>
              </a:ext>
            </a:extLst>
          </p:cNvPr>
          <p:cNvSpPr txBox="1"/>
          <p:nvPr/>
        </p:nvSpPr>
        <p:spPr>
          <a:xfrm>
            <a:off x="11468100" y="57150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2.89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5C1C8C4-3F9C-1A56-09A8-E37A6E54737F}"/>
              </a:ext>
            </a:extLst>
          </p:cNvPr>
          <p:cNvSpPr/>
          <p:nvPr/>
        </p:nvSpPr>
        <p:spPr>
          <a:xfrm>
            <a:off x="6261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FD4E1C2-AA62-E10D-5F16-328408760D4D}"/>
              </a:ext>
            </a:extLst>
          </p:cNvPr>
          <p:cNvSpPr txBox="1"/>
          <p:nvPr/>
        </p:nvSpPr>
        <p:spPr>
          <a:xfrm>
            <a:off x="6286500" y="59817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2025-26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58195DD-6EF0-172B-284A-74111FCE3FA8}"/>
              </a:ext>
            </a:extLst>
          </p:cNvPr>
          <p:cNvSpPr/>
          <p:nvPr/>
        </p:nvSpPr>
        <p:spPr>
          <a:xfrm>
            <a:off x="6692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BECACA-090E-0FAC-0B9C-BA5A0BF674BA}"/>
              </a:ext>
            </a:extLst>
          </p:cNvPr>
          <p:cNvSpPr txBox="1"/>
          <p:nvPr/>
        </p:nvSpPr>
        <p:spPr>
          <a:xfrm>
            <a:off x="6718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21.12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A2DDF48-C22E-067E-5E20-36D37CAD846E}"/>
              </a:ext>
            </a:extLst>
          </p:cNvPr>
          <p:cNvSpPr/>
          <p:nvPr/>
        </p:nvSpPr>
        <p:spPr>
          <a:xfrm>
            <a:off x="7124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E50D5CE-F032-5648-AC0D-8DBFA7EDFBB9}"/>
              </a:ext>
            </a:extLst>
          </p:cNvPr>
          <p:cNvSpPr txBox="1"/>
          <p:nvPr/>
        </p:nvSpPr>
        <p:spPr>
          <a:xfrm>
            <a:off x="7150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11.50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622E5CB-824A-C0E6-2FA8-6FFFEAA52177}"/>
              </a:ext>
            </a:extLst>
          </p:cNvPr>
          <p:cNvSpPr/>
          <p:nvPr/>
        </p:nvSpPr>
        <p:spPr>
          <a:xfrm>
            <a:off x="7556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EE20AD4-724C-FBCA-12C7-707B483B0370}"/>
              </a:ext>
            </a:extLst>
          </p:cNvPr>
          <p:cNvSpPr txBox="1"/>
          <p:nvPr/>
        </p:nvSpPr>
        <p:spPr>
          <a:xfrm>
            <a:off x="7581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62.98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ABEEDF8-2C65-1411-7576-239D56E1F049}"/>
              </a:ext>
            </a:extLst>
          </p:cNvPr>
          <p:cNvSpPr/>
          <p:nvPr/>
        </p:nvSpPr>
        <p:spPr>
          <a:xfrm>
            <a:off x="7988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679419E-D683-D362-90F1-ED04E2AE5768}"/>
              </a:ext>
            </a:extLst>
          </p:cNvPr>
          <p:cNvSpPr txBox="1"/>
          <p:nvPr/>
        </p:nvSpPr>
        <p:spPr>
          <a:xfrm>
            <a:off x="8013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62.87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4509C17-71CC-C8FC-C16D-B3E7E514E518}"/>
              </a:ext>
            </a:extLst>
          </p:cNvPr>
          <p:cNvSpPr/>
          <p:nvPr/>
        </p:nvSpPr>
        <p:spPr>
          <a:xfrm>
            <a:off x="8420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27AF8B4-B5AB-B1E5-DB6E-8AC353F1F891}"/>
              </a:ext>
            </a:extLst>
          </p:cNvPr>
          <p:cNvSpPr txBox="1"/>
          <p:nvPr/>
        </p:nvSpPr>
        <p:spPr>
          <a:xfrm>
            <a:off x="8445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12.81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8BAC80C-E4D9-6CFB-3AC3-1E79CA6A8ADE}"/>
              </a:ext>
            </a:extLst>
          </p:cNvPr>
          <p:cNvSpPr/>
          <p:nvPr/>
        </p:nvSpPr>
        <p:spPr>
          <a:xfrm>
            <a:off x="8851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5AACF18-92DC-7E5D-3ADE-443869A0B5A8}"/>
              </a:ext>
            </a:extLst>
          </p:cNvPr>
          <p:cNvSpPr txBox="1"/>
          <p:nvPr/>
        </p:nvSpPr>
        <p:spPr>
          <a:xfrm>
            <a:off x="8877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12.23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AECE3B1-A4C3-57F7-CCD4-C901E4A7A562}"/>
              </a:ext>
            </a:extLst>
          </p:cNvPr>
          <p:cNvSpPr/>
          <p:nvPr/>
        </p:nvSpPr>
        <p:spPr>
          <a:xfrm>
            <a:off x="9283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C85B421-FEA0-EEF3-E7A6-737E6B37558B}"/>
              </a:ext>
            </a:extLst>
          </p:cNvPr>
          <p:cNvSpPr txBox="1"/>
          <p:nvPr/>
        </p:nvSpPr>
        <p:spPr>
          <a:xfrm>
            <a:off x="9309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65.71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2EC254B-00B1-9FB5-5919-F9B2861353BB}"/>
              </a:ext>
            </a:extLst>
          </p:cNvPr>
          <p:cNvSpPr/>
          <p:nvPr/>
        </p:nvSpPr>
        <p:spPr>
          <a:xfrm>
            <a:off x="97155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5348548-B43E-761C-B3D7-2D1D1287D62D}"/>
              </a:ext>
            </a:extLst>
          </p:cNvPr>
          <p:cNvSpPr txBox="1"/>
          <p:nvPr/>
        </p:nvSpPr>
        <p:spPr>
          <a:xfrm>
            <a:off x="97409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13.40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9565BAC-B89F-114D-21F1-92B2BE62388A}"/>
              </a:ext>
            </a:extLst>
          </p:cNvPr>
          <p:cNvSpPr/>
          <p:nvPr/>
        </p:nvSpPr>
        <p:spPr>
          <a:xfrm>
            <a:off x="101473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2CE7748-EA8B-934A-680F-3F361F9D6A51}"/>
              </a:ext>
            </a:extLst>
          </p:cNvPr>
          <p:cNvSpPr txBox="1"/>
          <p:nvPr/>
        </p:nvSpPr>
        <p:spPr>
          <a:xfrm>
            <a:off x="101727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16.97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6258B3B-EEAC-D0CC-F207-631B8270A009}"/>
              </a:ext>
            </a:extLst>
          </p:cNvPr>
          <p:cNvSpPr/>
          <p:nvPr/>
        </p:nvSpPr>
        <p:spPr>
          <a:xfrm>
            <a:off x="105791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040E6CE-2EDA-F732-68A2-B55696D38C27}"/>
              </a:ext>
            </a:extLst>
          </p:cNvPr>
          <p:cNvSpPr txBox="1"/>
          <p:nvPr/>
        </p:nvSpPr>
        <p:spPr>
          <a:xfrm>
            <a:off x="106045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70.11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C4142A9-2FF0-A817-1033-549BDEE7D61C}"/>
              </a:ext>
            </a:extLst>
          </p:cNvPr>
          <p:cNvSpPr/>
          <p:nvPr/>
        </p:nvSpPr>
        <p:spPr>
          <a:xfrm>
            <a:off x="110109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03094E-4980-5FBC-DCD6-CF39CDB279EA}"/>
              </a:ext>
            </a:extLst>
          </p:cNvPr>
          <p:cNvSpPr txBox="1"/>
          <p:nvPr/>
        </p:nvSpPr>
        <p:spPr>
          <a:xfrm>
            <a:off x="110363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11.45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32BE15C-434A-2F65-0FFA-C3052CFD0CA5}"/>
              </a:ext>
            </a:extLst>
          </p:cNvPr>
          <p:cNvSpPr/>
          <p:nvPr/>
        </p:nvSpPr>
        <p:spPr>
          <a:xfrm>
            <a:off x="11442700" y="5956300"/>
            <a:ext cx="431800" cy="266700"/>
          </a:xfrm>
          <a:prstGeom prst="rect">
            <a:avLst/>
          </a:prstGeom>
          <a:solidFill>
            <a:srgbClr val="FFFFFF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E087900-5820-1B82-D948-FAD6F435503E}"/>
              </a:ext>
            </a:extLst>
          </p:cNvPr>
          <p:cNvSpPr txBox="1"/>
          <p:nvPr/>
        </p:nvSpPr>
        <p:spPr>
          <a:xfrm>
            <a:off x="11468100" y="59817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1.23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34CCEB0-05BA-7A35-1A77-F23A4E292ADE}"/>
              </a:ext>
            </a:extLst>
          </p:cNvPr>
          <p:cNvSpPr/>
          <p:nvPr/>
        </p:nvSpPr>
        <p:spPr>
          <a:xfrm>
            <a:off x="6261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3E400FC-813C-91F8-853A-B6DBA037CD80}"/>
              </a:ext>
            </a:extLst>
          </p:cNvPr>
          <p:cNvSpPr txBox="1"/>
          <p:nvPr/>
        </p:nvSpPr>
        <p:spPr>
          <a:xfrm>
            <a:off x="6286500" y="6248400"/>
            <a:ext cx="38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2026-27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2950A62-5129-757C-4AFF-D12FB9571FDD}"/>
              </a:ext>
            </a:extLst>
          </p:cNvPr>
          <p:cNvSpPr/>
          <p:nvPr/>
        </p:nvSpPr>
        <p:spPr>
          <a:xfrm>
            <a:off x="6692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60CCD73-762C-872B-4EFC-7D800F907529}"/>
              </a:ext>
            </a:extLst>
          </p:cNvPr>
          <p:cNvSpPr txBox="1"/>
          <p:nvPr/>
        </p:nvSpPr>
        <p:spPr>
          <a:xfrm>
            <a:off x="6718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38.54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5D89AEB-DFA0-4EF2-F812-C79CEC8AED5F}"/>
              </a:ext>
            </a:extLst>
          </p:cNvPr>
          <p:cNvSpPr/>
          <p:nvPr/>
        </p:nvSpPr>
        <p:spPr>
          <a:xfrm>
            <a:off x="7124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66C3342-756C-080B-7AFB-86762463A9A8}"/>
              </a:ext>
            </a:extLst>
          </p:cNvPr>
          <p:cNvSpPr txBox="1"/>
          <p:nvPr/>
        </p:nvSpPr>
        <p:spPr>
          <a:xfrm>
            <a:off x="7150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43.32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0D7C497-4BD3-CD86-E24D-1C708CA98A46}"/>
              </a:ext>
            </a:extLst>
          </p:cNvPr>
          <p:cNvSpPr/>
          <p:nvPr/>
        </p:nvSpPr>
        <p:spPr>
          <a:xfrm>
            <a:off x="7556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0C79BE7-A9A7-5375-B101-12D68F06DA29}"/>
              </a:ext>
            </a:extLst>
          </p:cNvPr>
          <p:cNvSpPr txBox="1"/>
          <p:nvPr/>
        </p:nvSpPr>
        <p:spPr>
          <a:xfrm>
            <a:off x="7581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14.82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9462679-077B-2BB8-3587-3AFD56039993}"/>
              </a:ext>
            </a:extLst>
          </p:cNvPr>
          <p:cNvSpPr/>
          <p:nvPr/>
        </p:nvSpPr>
        <p:spPr>
          <a:xfrm>
            <a:off x="7988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5488D69-CBAD-917A-8E38-CE594C300975}"/>
              </a:ext>
            </a:extLst>
          </p:cNvPr>
          <p:cNvSpPr txBox="1"/>
          <p:nvPr/>
        </p:nvSpPr>
        <p:spPr>
          <a:xfrm>
            <a:off x="8013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71.94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38C7923-45F1-975B-337E-4912D8FDE28A}"/>
              </a:ext>
            </a:extLst>
          </p:cNvPr>
          <p:cNvSpPr/>
          <p:nvPr/>
        </p:nvSpPr>
        <p:spPr>
          <a:xfrm>
            <a:off x="8420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40049FB-956B-FD68-89BF-6404E38076BA}"/>
              </a:ext>
            </a:extLst>
          </p:cNvPr>
          <p:cNvSpPr txBox="1"/>
          <p:nvPr/>
        </p:nvSpPr>
        <p:spPr>
          <a:xfrm>
            <a:off x="8445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13.79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F0191E4-1A8E-BF31-E7C6-A3699B633F24}"/>
              </a:ext>
            </a:extLst>
          </p:cNvPr>
          <p:cNvSpPr/>
          <p:nvPr/>
        </p:nvSpPr>
        <p:spPr>
          <a:xfrm>
            <a:off x="8851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5DCEBDF-787C-A588-2647-68D937571691}"/>
              </a:ext>
            </a:extLst>
          </p:cNvPr>
          <p:cNvSpPr txBox="1"/>
          <p:nvPr/>
        </p:nvSpPr>
        <p:spPr>
          <a:xfrm>
            <a:off x="8877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6276D4D-5DB3-87CB-4FB6-DD4C1441700A}"/>
              </a:ext>
            </a:extLst>
          </p:cNvPr>
          <p:cNvSpPr/>
          <p:nvPr/>
        </p:nvSpPr>
        <p:spPr>
          <a:xfrm>
            <a:off x="9283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C768F4A-BE36-494A-6D32-DA0C8793F7D1}"/>
              </a:ext>
            </a:extLst>
          </p:cNvPr>
          <p:cNvSpPr txBox="1"/>
          <p:nvPr/>
        </p:nvSpPr>
        <p:spPr>
          <a:xfrm>
            <a:off x="9309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C978AB0-62B4-7341-4D9E-E1707095ACA5}"/>
              </a:ext>
            </a:extLst>
          </p:cNvPr>
          <p:cNvSpPr/>
          <p:nvPr/>
        </p:nvSpPr>
        <p:spPr>
          <a:xfrm>
            <a:off x="97155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3D93C61-A301-3C1A-32E1-8C7FEA7A8879}"/>
              </a:ext>
            </a:extLst>
          </p:cNvPr>
          <p:cNvSpPr txBox="1"/>
          <p:nvPr/>
        </p:nvSpPr>
        <p:spPr>
          <a:xfrm>
            <a:off x="97409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74DED8D-59C1-BF19-6FA3-1A832F659E9E}"/>
              </a:ext>
            </a:extLst>
          </p:cNvPr>
          <p:cNvSpPr/>
          <p:nvPr/>
        </p:nvSpPr>
        <p:spPr>
          <a:xfrm>
            <a:off x="101473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8614E65-7E4C-41E2-A164-23A54A6B63A9}"/>
              </a:ext>
            </a:extLst>
          </p:cNvPr>
          <p:cNvSpPr txBox="1"/>
          <p:nvPr/>
        </p:nvSpPr>
        <p:spPr>
          <a:xfrm>
            <a:off x="101727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9BC1341-3EAA-3B5C-DAF3-F0D8AEA9F441}"/>
              </a:ext>
            </a:extLst>
          </p:cNvPr>
          <p:cNvSpPr/>
          <p:nvPr/>
        </p:nvSpPr>
        <p:spPr>
          <a:xfrm>
            <a:off x="105791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834C4CF-2276-A485-534D-8F6C9D5CFCAA}"/>
              </a:ext>
            </a:extLst>
          </p:cNvPr>
          <p:cNvSpPr txBox="1"/>
          <p:nvPr/>
        </p:nvSpPr>
        <p:spPr>
          <a:xfrm>
            <a:off x="106045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D93E1A3-FE49-3C2D-C42B-AB7B94A9B33C}"/>
              </a:ext>
            </a:extLst>
          </p:cNvPr>
          <p:cNvSpPr/>
          <p:nvPr/>
        </p:nvSpPr>
        <p:spPr>
          <a:xfrm>
            <a:off x="110109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542919E-2B07-2549-411E-D232A72259B8}"/>
              </a:ext>
            </a:extLst>
          </p:cNvPr>
          <p:cNvSpPr txBox="1"/>
          <p:nvPr/>
        </p:nvSpPr>
        <p:spPr>
          <a:xfrm>
            <a:off x="110363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381AB4B-0D59-B33B-8377-7A88161E3DE5}"/>
              </a:ext>
            </a:extLst>
          </p:cNvPr>
          <p:cNvSpPr/>
          <p:nvPr/>
        </p:nvSpPr>
        <p:spPr>
          <a:xfrm>
            <a:off x="11442700" y="6223000"/>
            <a:ext cx="431800" cy="266700"/>
          </a:xfrm>
          <a:prstGeom prst="rect">
            <a:avLst/>
          </a:prstGeom>
          <a:solidFill>
            <a:srgbClr val="FCF8F3"/>
          </a:solidFill>
          <a:ln w="5080">
            <a:solidFill>
              <a:srgbClr val="E8DF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608A6CE-E113-5A6F-21EC-57D8F84B3ECD}"/>
              </a:ext>
            </a:extLst>
          </p:cNvPr>
          <p:cNvSpPr txBox="1"/>
          <p:nvPr/>
        </p:nvSpPr>
        <p:spPr>
          <a:xfrm>
            <a:off x="11468100" y="6248400"/>
            <a:ext cx="381000" cy="1846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600">
                <a:solidFill>
                  <a:srgbClr val="37291F"/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9682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Microsoft Office PowerPoint</Application>
  <PresentationFormat>Custom</PresentationFormat>
  <Paragraphs>1218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 centre mb</dc:creator>
  <cp:lastModifiedBy>it centre mb</cp:lastModifiedBy>
  <cp:revision>1</cp:revision>
  <dcterms:created xsi:type="dcterms:W3CDTF">2026-08-27T10:01:57Z</dcterms:created>
  <dcterms:modified xsi:type="dcterms:W3CDTF">2026-08-27T10:01:57Z</dcterms:modified>
</cp:coreProperties>
</file>